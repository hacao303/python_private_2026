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6bf170b801456d" /><Relationship Type="http://schemas.openxmlformats.org/officeDocument/2006/relationships/extended-properties" Target="/docProps/app.xml" Id="Ra470e7f852e04d02" /><Relationship Type="http://schemas.openxmlformats.org/officeDocument/2006/relationships/officeDocument" Target="/ppt/presentation.xml" Id="Rf4ef6430a1734184" /></Relationships>
</file>

<file path=ppt/presentation.xml><?xml version="1.0" encoding="utf-8"?>
<p:presentation xmlns:p="http://schemas.openxmlformats.org/presentationml/2006/main">
  <p:sldMasterIdLst>
    <p:sldMasterId xmlns:r="http://schemas.openxmlformats.org/officeDocument/2006/relationships" id="2147483648" r:id="R5611767ba28c4bd8"/>
  </p:sldMasterIdLst>
  <p:notesMasterIdLst>
    <p:notesMasterId xmlns:r="http://schemas.openxmlformats.org/officeDocument/2006/relationships" r:id="R200bb9b300b24d03"/>
  </p:notesMasterIdLst>
  <p:sldIdLst>
    <p:sldId xmlns:r="http://schemas.openxmlformats.org/officeDocument/2006/relationships" id="256" r:id="R14b89ac243ef4d33"/>
    <p:sldId xmlns:r="http://schemas.openxmlformats.org/officeDocument/2006/relationships" id="257" r:id="R1e7817c368fc47d2"/>
    <p:sldId xmlns:r="http://schemas.openxmlformats.org/officeDocument/2006/relationships" id="258" r:id="R1d6f70a2432a4a96"/>
    <p:sldId xmlns:r="http://schemas.openxmlformats.org/officeDocument/2006/relationships" id="259" r:id="R66ae189fd79b4b69"/>
    <p:sldId xmlns:r="http://schemas.openxmlformats.org/officeDocument/2006/relationships" id="260" r:id="Rd08c86cda16146aa"/>
    <p:sldId xmlns:r="http://schemas.openxmlformats.org/officeDocument/2006/relationships" id="261" r:id="Rab4729208cca46c7"/>
    <p:sldId xmlns:r="http://schemas.openxmlformats.org/officeDocument/2006/relationships" id="262" r:id="Rd10b101871af442b"/>
    <p:sldId xmlns:r="http://schemas.openxmlformats.org/officeDocument/2006/relationships" id="263" r:id="Rb65814082a184197"/>
    <p:sldId xmlns:r="http://schemas.openxmlformats.org/officeDocument/2006/relationships" id="264" r:id="R19c81e55d4e04b51"/>
    <p:sldId xmlns:r="http://schemas.openxmlformats.org/officeDocument/2006/relationships" id="265" r:id="Rf6784c7305164a91"/>
    <p:sldId xmlns:r="http://schemas.openxmlformats.org/officeDocument/2006/relationships" id="266" r:id="Rd2aaa629d0b94927"/>
    <p:sldId xmlns:r="http://schemas.openxmlformats.org/officeDocument/2006/relationships" id="267" r:id="Rf2083f3a78d146a9"/>
    <p:sldId xmlns:r="http://schemas.openxmlformats.org/officeDocument/2006/relationships" id="268" r:id="Rb2941eac12614e4d"/>
    <p:sldId xmlns:r="http://schemas.openxmlformats.org/officeDocument/2006/relationships" id="269" r:id="Rf5e586eec8c54b18"/>
    <p:sldId xmlns:r="http://schemas.openxmlformats.org/officeDocument/2006/relationships" id="270" r:id="R0a3700880ca646f4"/>
    <p:sldId xmlns:r="http://schemas.openxmlformats.org/officeDocument/2006/relationships" id="271" r:id="R7c244887c768484f"/>
    <p:sldId xmlns:r="http://schemas.openxmlformats.org/officeDocument/2006/relationships" id="272" r:id="R70db06e307e845a5"/>
    <p:sldId xmlns:r="http://schemas.openxmlformats.org/officeDocument/2006/relationships" id="273" r:id="R392786e3549b485c"/>
    <p:sldId xmlns:r="http://schemas.openxmlformats.org/officeDocument/2006/relationships" id="274" r:id="R7197289fcc23433b"/>
    <p:sldId xmlns:r="http://schemas.openxmlformats.org/officeDocument/2006/relationships" id="275" r:id="Rbcfb96ae72264fc0"/>
    <p:sldId xmlns:r="http://schemas.openxmlformats.org/officeDocument/2006/relationships" id="276" r:id="Rc6e50fa30106476d"/>
    <p:sldId xmlns:r="http://schemas.openxmlformats.org/officeDocument/2006/relationships" id="277" r:id="R75926b20666644b6"/>
    <p:sldId xmlns:r="http://schemas.openxmlformats.org/officeDocument/2006/relationships" id="278" r:id="Rca307156eb004a3e"/>
    <p:sldId xmlns:r="http://schemas.openxmlformats.org/officeDocument/2006/relationships" id="279" r:id="Ree9896226e0c47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82853279954df3" /><Relationship Type="http://schemas.openxmlformats.org/officeDocument/2006/relationships/slideMaster" Target="/ppt/slideMasters/slideMaster1.xml" Id="R5611767ba28c4bd8" /><Relationship Type="http://schemas.openxmlformats.org/officeDocument/2006/relationships/notesMaster" Target="/ppt/notesMasters/notesMaster1.xml" Id="R200bb9b300b24d03" /><Relationship Type="http://schemas.openxmlformats.org/officeDocument/2006/relationships/presProps" Target="/ppt/presProps.xml" Id="Rb58022c8a5d84de1" /><Relationship Type="http://schemas.openxmlformats.org/officeDocument/2006/relationships/tableStyles" Target="/ppt/tableStyles.xml" Id="R4f631781622f4d0c" /><Relationship Type="http://schemas.openxmlformats.org/officeDocument/2006/relationships/slide" Target="/ppt/slides/slide1.xml" Id="R14b89ac243ef4d33" /><Relationship Type="http://schemas.openxmlformats.org/officeDocument/2006/relationships/slide" Target="/ppt/slides/slide2.xml" Id="R1e7817c368fc47d2" /><Relationship Type="http://schemas.openxmlformats.org/officeDocument/2006/relationships/slide" Target="/ppt/slides/slide3.xml" Id="R1d6f70a2432a4a96" /><Relationship Type="http://schemas.openxmlformats.org/officeDocument/2006/relationships/slide" Target="/ppt/slides/slide4.xml" Id="R66ae189fd79b4b69" /><Relationship Type="http://schemas.openxmlformats.org/officeDocument/2006/relationships/slide" Target="/ppt/slides/slide5.xml" Id="Rd08c86cda16146aa" /><Relationship Type="http://schemas.openxmlformats.org/officeDocument/2006/relationships/slide" Target="/ppt/slides/slide6.xml" Id="Rab4729208cca46c7" /><Relationship Type="http://schemas.openxmlformats.org/officeDocument/2006/relationships/slide" Target="/ppt/slides/slide7.xml" Id="Rd10b101871af442b" /><Relationship Type="http://schemas.openxmlformats.org/officeDocument/2006/relationships/slide" Target="/ppt/slides/slide8.xml" Id="Rb65814082a184197" /><Relationship Type="http://schemas.openxmlformats.org/officeDocument/2006/relationships/slide" Target="/ppt/slides/slide9.xml" Id="R19c81e55d4e04b51" /><Relationship Type="http://schemas.openxmlformats.org/officeDocument/2006/relationships/slide" Target="/ppt/slides/slide10.xml" Id="Rf6784c7305164a91" /><Relationship Type="http://schemas.openxmlformats.org/officeDocument/2006/relationships/slide" Target="/ppt/slides/slide11.xml" Id="Rd2aaa629d0b94927" /><Relationship Type="http://schemas.openxmlformats.org/officeDocument/2006/relationships/slide" Target="/ppt/slides/slide12.xml" Id="Rf2083f3a78d146a9" /><Relationship Type="http://schemas.openxmlformats.org/officeDocument/2006/relationships/slide" Target="/ppt/slides/slide13.xml" Id="Rb2941eac12614e4d" /><Relationship Type="http://schemas.openxmlformats.org/officeDocument/2006/relationships/slide" Target="/ppt/slides/slide14.xml" Id="Rf5e586eec8c54b18" /><Relationship Type="http://schemas.openxmlformats.org/officeDocument/2006/relationships/slide" Target="/ppt/slides/slide15.xml" Id="R0a3700880ca646f4" /><Relationship Type="http://schemas.openxmlformats.org/officeDocument/2006/relationships/slide" Target="/ppt/slides/slide16.xml" Id="R7c244887c768484f" /><Relationship Type="http://schemas.openxmlformats.org/officeDocument/2006/relationships/slide" Target="/ppt/slides/slide17.xml" Id="R70db06e307e845a5" /><Relationship Type="http://schemas.openxmlformats.org/officeDocument/2006/relationships/slide" Target="/ppt/slides/slide18.xml" Id="R392786e3549b485c" /><Relationship Type="http://schemas.openxmlformats.org/officeDocument/2006/relationships/slide" Target="/ppt/slides/slide19.xml" Id="R7197289fcc23433b" /><Relationship Type="http://schemas.openxmlformats.org/officeDocument/2006/relationships/slide" Target="/ppt/slides/slide20.xml" Id="Rbcfb96ae72264fc0" /><Relationship Type="http://schemas.openxmlformats.org/officeDocument/2006/relationships/slide" Target="/ppt/slides/slide21.xml" Id="Rc6e50fa30106476d" /><Relationship Type="http://schemas.openxmlformats.org/officeDocument/2006/relationships/slide" Target="/ppt/slides/slide22.xml" Id="R75926b20666644b6" /><Relationship Type="http://schemas.openxmlformats.org/officeDocument/2006/relationships/slide" Target="/ppt/slides/slide23.xml" Id="Rca307156eb004a3e" /><Relationship Type="http://schemas.openxmlformats.org/officeDocument/2006/relationships/slide" Target="/ppt/slides/slide24.xml" Id="Ree9896226e0c47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cf8894faff45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dff213ac1047dd" /><Relationship Type="http://schemas.openxmlformats.org/officeDocument/2006/relationships/notesMaster" Target="/ppt/notesMasters/notesMaster1.xml" Id="Rb0f2d0fcd79344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9a2fc35ff54f97" /><Relationship Type="http://schemas.openxmlformats.org/officeDocument/2006/relationships/notesMaster" Target="/ppt/notesMasters/notesMaster1.xml" Id="R2e86e6f6954043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6c24aeea9c44f2" /><Relationship Type="http://schemas.openxmlformats.org/officeDocument/2006/relationships/notesMaster" Target="/ppt/notesMasters/notesMaster1.xml" Id="R01e3c55f829943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eb62feff254876" /><Relationship Type="http://schemas.openxmlformats.org/officeDocument/2006/relationships/notesMaster" Target="/ppt/notesMasters/notesMaster1.xml" Id="R3ab24041c52942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cd3f8dc4114da7" /><Relationship Type="http://schemas.openxmlformats.org/officeDocument/2006/relationships/notesMaster" Target="/ppt/notesMasters/notesMaster1.xml" Id="Rdc2ffc79283d44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4f45b78f594e16" /><Relationship Type="http://schemas.openxmlformats.org/officeDocument/2006/relationships/notesMaster" Target="/ppt/notesMasters/notesMaster1.xml" Id="R4f1ba94522684e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0e209372a045f7" /><Relationship Type="http://schemas.openxmlformats.org/officeDocument/2006/relationships/notesMaster" Target="/ppt/notesMasters/notesMaster1.xml" Id="Rfb1f5775735948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d5215bd7e04bc3" /><Relationship Type="http://schemas.openxmlformats.org/officeDocument/2006/relationships/notesMaster" Target="/ppt/notesMasters/notesMaster1.xml" Id="Rdb8370ae3d474f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e5ec43f5c24330" /><Relationship Type="http://schemas.openxmlformats.org/officeDocument/2006/relationships/notesMaster" Target="/ppt/notesMasters/notesMaster1.xml" Id="R03f0d53c09e44c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99cab66dc748cf" /><Relationship Type="http://schemas.openxmlformats.org/officeDocument/2006/relationships/notesMaster" Target="/ppt/notesMasters/notesMaster1.xml" Id="Rf041717bb1a04f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b313568338487f" /><Relationship Type="http://schemas.openxmlformats.org/officeDocument/2006/relationships/notesMaster" Target="/ppt/notesMasters/notesMaster1.xml" Id="R4ff8d1c4997c48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3328f1c0b54b20" /><Relationship Type="http://schemas.openxmlformats.org/officeDocument/2006/relationships/notesMaster" Target="/ppt/notesMasters/notesMaster1.xml" Id="Re4457b83c37144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31e9d6f6454fbb" /><Relationship Type="http://schemas.openxmlformats.org/officeDocument/2006/relationships/notesMaster" Target="/ppt/notesMasters/notesMaster1.xml" Id="R22bcf83f21104e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8a9cff39ac64a3f" /><Relationship Type="http://schemas.openxmlformats.org/officeDocument/2006/relationships/notesMaster" Target="/ppt/notesMasters/notesMaster1.xml" Id="R662d2f11bb6648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003a5f81dff440d" /><Relationship Type="http://schemas.openxmlformats.org/officeDocument/2006/relationships/notesMaster" Target="/ppt/notesMasters/notesMaster1.xml" Id="R135a7c801f2048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ed45b67b2943bd" /><Relationship Type="http://schemas.openxmlformats.org/officeDocument/2006/relationships/notesMaster" Target="/ppt/notesMasters/notesMaster1.xml" Id="Red209915dcbe46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cd4d4d942943eb" /><Relationship Type="http://schemas.openxmlformats.org/officeDocument/2006/relationships/notesMaster" Target="/ppt/notesMasters/notesMaster1.xml" Id="R0eceb603f52b49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b449a6fa45d44af" /><Relationship Type="http://schemas.openxmlformats.org/officeDocument/2006/relationships/notesMaster" Target="/ppt/notesMasters/notesMaster1.xml" Id="R4f3975d5ce1247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8ec890fe319448e" /><Relationship Type="http://schemas.openxmlformats.org/officeDocument/2006/relationships/notesMaster" Target="/ppt/notesMasters/notesMaster1.xml" Id="R2041ed2bf3334a6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86ba4297f6a4fa9" /><Relationship Type="http://schemas.openxmlformats.org/officeDocument/2006/relationships/notesMaster" Target="/ppt/notesMasters/notesMaster1.xml" Id="Rb25eb471f9ea46e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d7e637801454a02" /><Relationship Type="http://schemas.openxmlformats.org/officeDocument/2006/relationships/notesMaster" Target="/ppt/notesMasters/notesMaster1.xml" Id="R03ba3e4bc37d41f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88f07fc92754ece" /><Relationship Type="http://schemas.openxmlformats.org/officeDocument/2006/relationships/notesMaster" Target="/ppt/notesMasters/notesMaster1.xml" Id="R3a5593bd7220462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b6694685a2c487c" /><Relationship Type="http://schemas.openxmlformats.org/officeDocument/2006/relationships/notesMaster" Target="/ppt/notesMasters/notesMaster1.xml" Id="R6e4a75698a154d4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2da076532f04bec" /><Relationship Type="http://schemas.openxmlformats.org/officeDocument/2006/relationships/notesMaster" Target="/ppt/notesMasters/notesMaster1.xml" Id="R79a4bf578a5440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phút. Giới thiệu mục tiêu: chương trình biết chọn việc cần làm và lặp lại công việc. Mở notebook cùng tên buổi 2. Không cần Git hoặc thư viện ngoài.</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a:p xmlns:a="http://schemas.openxmlformats.org/drawingml/2006/main">
            <a:r>
              <a:t>Logo: https://www.python.org/static/community_logos/python-logo.png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phút. Kết quả cuối buổi: phân loại điểm, cộng số, dùng vòng lặp có điều kiện dừng. Nhịp 120 phút: 0–10 ôn tập, 10–40 điều kiện, 40–75 for/range, 75–100 while/break/continue, 100–115 thực hành tổng hợp, 115–120 chữa và chốt.</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5–10 phút. Đáp án 7.00. Cho lớp trả lời trước rồi chạy demo. input nhận chuỗi, float chuyển sang số thực. Chưa yêu cầu xử lý dữ liệu không phải số.</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10–14 phút. Nhắc = gán giá trị, == kiểm tra bằng nhau. Hỏi thêm 5 &gt;= 5 và "8" == 8. Đáp án True và False. Phạm vi bài: so sánh số, kết quả Boolean.</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14–18 phút. Đầu ra True, False, False. Có thể viết 0 &lt;= score &lt;= 10. Với toán hạng Boolean, dùng bảng trên để hiểu. Không khẳng định and/or luôn trả bool trong mọi ngữ cảnh. Ưu tiên dấu ngoặc để dễ đọc.</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18–22 phút. Chạy với 7 rồi 4. Dấu hai chấm kết thúc phần điều kiện. Dùng 4 dấu cách để thụt lề nhất quán. Hỏi dòng cuối có phụ thuộc score không: không.</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22–25 phút. Else không có điều kiện riêng. score=5 thuộc nhánh Đạt. Tránh dạy dạng một dòng để học viên tập đọc khối.</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25–29 phút. Đây là quy ước minh họa của lớp, không phải thang xếp loại chính thức. Giả định score trong 0–10. Thử 8,5,4.9. Hỏi vì sao không đặt score&gt;=5 trước score&gt;=8.</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29–32 phút. Bảng là mô phỏng luồng chạy, không tính tất cả điều kiện trước. Nhiều if riêng có thể chạy nhiều khối; hỏi với score9 cả if&gt;=8 và if&gt;=5 độc lập có thể đều in.</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32–40 phút. 8 phút làm bài. Nhắc phân loại điểm ngoài 0–10 thành Không hợp lệ trước khi xét các mức. Cho học viên tự sửa 2 điều kiện. Bài1 kết quả True False False. Bài2 7.5=&gt;Đạt. Chữa nhanh mốc5/8 và điểm ngoài phạm vi.</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40–44 phút. Đầu ra Lượt1,Lượt2,Lượt3,Xong trên các dòng riêng. Giải thích for tổng quát duyệt iterable; buổi này chủ yếu dùng range. Không cần giới thiệu list.</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44–49 phút. Một tham số: start0 và step1. Hai tham số: step1. Hỏi range(1,1) lặp mấy lần:0. Hỏi range(5,1) mặc định vì sao rỗng. Step âm để đếm xuống.</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49–53 phút. Kết quả10. += là dạng viết gọn của phép cộng rồi gán ở ví dụ này. Chưa dùng sum vì mục tiêu hiểu vòng lặp.</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53–57 phút. Cho lớp điền lượt3 trước khi hiện bảng hoặc che hàng trên màn hình. Hỏi nếu đặt total=0 bên trong for thì cuối cùng được4. Dữ liệu giả lập từ ví dụ slide trước.</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57–61 phút. Kết quả12. Phân biệt độ thụt lề if và phép cộng trong if. Tại sao dùng stop7? Để lấy cả6. Lồng điều kiện trong vòng lặp không đồng nghĩa vòng lặp lồng nhau.</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61–75 phút. 14 phút làm notebook. Bài3 n5=&gt;15,n1=&gt;1,n0=&gt;0. Bài4 n10=&gt;5 số và tổng30. Hỏi đếm khởi tạo gì, tăng khi nào. Bạn nhanh thử n lẻ. Chữa lỗi reset biến cộng dồn.</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75–79 phút. In3,2,1,Bắt đầu. So với for: while biểu đạt việc lặp theo điều kiện, thường dùng khi chưa biết trước số lượt; cả hai có thể giải nhiều bài tương tự.</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79–83 phút. Nếu xóa remaining-=1, điều kiện mãi đúng với ví dụ này. Hướng dẫn Interrupt/Stop trong notebook, Ctrl+C ở terminal. Restart kernel nếu cần, sau đó chạy lại các ô phụ thuộc. Không chạy ví dụ vòng lặp vô hạn trên slide.</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83–87 phút. In1,2,3,Xong. i=4 gặp break trước print(i). break thoát vòng lặp gần nhất đang chứa nó, không kết thúc cả chương trình.</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87–91 phút. In1,3,5. Đối chiếu break: nếu thay continue bằng break thì chỉ in1. Với while, continue quay lại kiểm tra điều kiện nên chú ý không bỏ qua bước cập nhật biến.</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91–100 phút. 9 phút. Bài5 cho bản lỗi trong markdown để không làm treo notebook khi RunAll. Bài6 bỏ bội3, dừng trước8, tổng19 và đếm5. Chữa continue/break và bước giảm biến.</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100–103 phút. Chuyển notebook bài7. Thứ tự: nhận số; kiểm tra -1 và break; kiểm tra ngoài0–10 và continue; cộng tổng/tăng đếm. Khi count=0 không chia. Giả định đầu vào là số, chưa try/except. Các ca thử ghi trong notebook. Không đưa đáp án hoàn chỉnh lên slide.</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103–115 phút. 12 phút cho học viên viết và thử bài7. Chữa theo quy trình thay vì đọc cả lời giải. Đặc biệt kiểm tra điểm0 phải được tính và -1 không được cộng. Đây là nhập có chủ đích theo ca thử, không phải thu thập điểm thật.</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115–120 phút. Exit ticket: range(1,5) có5 không? else có điều kiện không? break khác continue ở đâu? Sau continue trong while có thể bỏ lỡ bước giảm biến không? Yêu cầu lưu notebook với các bài đã làm. Thử thách tùy chọn: tìm số nhỏ nhất chia hết cho7 và lớn hơn20 trong1..50. Buổi3 học chuỗi/cấu trúc dữ liệu.</a:t>
            </a:r>
          </a:p>
          <a:p xmlns:a="http://schemas.openxmlformats.org/drawingml/2006/main">
            <a:r>
              <a:t/>
            </a:r>
          </a:p>
          <a:p xmlns:a="http://schemas.openxmlformats.org/drawingml/2006/main">
            <a:r>
              <a:t>Giáo án gốc: Khung_Python_CLB_De_xuat_13_buoi.xlsx, buổi 2</a:t>
            </a:r>
          </a:p>
          <a:p xmlns:a="http://schemas.openxmlformats.org/drawingml/2006/main">
            <a:r>
              <a:t>Nguồn: https://docs.python.org/3/tutorial/controlflow.html</a:t>
            </a:r>
          </a:p>
          <a:p xmlns:a="http://schemas.openxmlformats.org/drawingml/2006/main">
            <a:r>
              <a:t>Nguồn: https://docs.python.org/3/library/stdtypes.html#boolean-operations-and-or-not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d35a7b5f384f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dfa1ed3d8f40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920b1d32ec49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780c28b4604b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0f0a8119be49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56cc47aad549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A7C53E-DC91-47E2-B881-7CFE00764AF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6061D7F-B6B6-4AA9-B196-030C45DE29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B6093F-28B1-4F9D-85C7-22CE64F1AC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1DF9BD-FAD4-4A47-9DDB-5E67B78F30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38662C-D1BD-423A-8BEB-E1E3B47D44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73030A-EC17-4AB8-A3F5-C1AFDB5DFA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8E71B8-BFEA-4218-99D9-3A45301357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CA731F-CFEA-4D91-BCE4-96561087B5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511737-E4A9-476E-9409-E68640220E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4AAD02-10DB-41E6-9967-2784E71748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773ee3cd704c91" /><Relationship Type="http://schemas.openxmlformats.org/officeDocument/2006/relationships/slideLayout" Target="/ppt/slideLayouts/slideLayout1.xml" Id="R10abd6e2dbd84047" /><Relationship Type="http://schemas.openxmlformats.org/officeDocument/2006/relationships/slideLayout" Target="/ppt/slideLayouts/slideLayout2.xml" Id="R75e83a815e334e31" /><Relationship Type="http://schemas.openxmlformats.org/officeDocument/2006/relationships/slideLayout" Target="/ppt/slideLayouts/slideLayout3.xml" Id="R0c69584971934a3a" /><Relationship Type="http://schemas.openxmlformats.org/officeDocument/2006/relationships/slideLayout" Target="/ppt/slideLayouts/slideLayout4.xml" Id="R80a1adc75a9b4470" /><Relationship Type="http://schemas.openxmlformats.org/officeDocument/2006/relationships/slideLayout" Target="/ppt/slideLayouts/slideLayout5.xml" Id="Rf4ab287c876742ca" /><Relationship Type="http://schemas.openxmlformats.org/officeDocument/2006/relationships/slideLayout" Target="/ppt/slideLayouts/slideLayout6.xml" Id="R579d40ea24044e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abd6e2dbd84047"/>
    <p:sldLayoutId xmlns:r="http://schemas.openxmlformats.org/officeDocument/2006/relationships" id="2147483650" r:id="R75e83a815e334e31"/>
    <p:sldLayoutId xmlns:r="http://schemas.openxmlformats.org/officeDocument/2006/relationships" id="2147483651" r:id="R0c69584971934a3a"/>
    <p:sldLayoutId xmlns:r="http://schemas.openxmlformats.org/officeDocument/2006/relationships" id="2147483652" r:id="R80a1adc75a9b4470"/>
    <p:sldLayoutId xmlns:r="http://schemas.openxmlformats.org/officeDocument/2006/relationships" id="2147483653" r:id="Rf4ab287c876742ca"/>
    <p:sldLayoutId xmlns:r="http://schemas.openxmlformats.org/officeDocument/2006/relationships" id="2147483654" r:id="R579d40ea24044e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a2851343ec4e3d" /><Relationship Type="http://schemas.openxmlformats.org/officeDocument/2006/relationships/image" Target="/ppt/media/image.png" Id="R49e96ed2441149f1" /><Relationship Type="http://schemas.openxmlformats.org/officeDocument/2006/relationships/notesSlide" Target="/ppt/notesSlides/notesSlide1.xml" Id="R614df120f89e45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f525ce1f964898" /><Relationship Type="http://schemas.openxmlformats.org/officeDocument/2006/relationships/notesSlide" Target="/ppt/notesSlides/notesSlide2.xml" Id="R3620c1f9e61c43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87a7836759f4a1b" /><Relationship Type="http://schemas.openxmlformats.org/officeDocument/2006/relationships/notesSlide" Target="/ppt/notesSlides/notesSlide3.xml" Id="R45df2c3faaf340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2501f327af7475f" /><Relationship Type="http://schemas.openxmlformats.org/officeDocument/2006/relationships/notesSlide" Target="/ppt/notesSlides/notesSlide4.xml" Id="R0f8217e400d741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b2555a5f7cf429e" /><Relationship Type="http://schemas.openxmlformats.org/officeDocument/2006/relationships/notesSlide" Target="/ppt/notesSlides/notesSlide5.xml" Id="R162329545c1543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28d9c486beb49fb" /><Relationship Type="http://schemas.openxmlformats.org/officeDocument/2006/relationships/notesSlide" Target="/ppt/notesSlides/notesSlide6.xml" Id="Rbd0441b0deb242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1139548f994d8a" /><Relationship Type="http://schemas.openxmlformats.org/officeDocument/2006/relationships/notesSlide" Target="/ppt/notesSlides/notesSlide7.xml" Id="R36ebfdce3f6043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5afa0adcfc142df" /><Relationship Type="http://schemas.openxmlformats.org/officeDocument/2006/relationships/notesSlide" Target="/ppt/notesSlides/notesSlide8.xml" Id="R7f0e0a005b294d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1dd2340c3034b6f" /><Relationship Type="http://schemas.openxmlformats.org/officeDocument/2006/relationships/notesSlide" Target="/ppt/notesSlides/notesSlide9.xml" Id="R72ee63173ff044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db674213cf14bad" /><Relationship Type="http://schemas.openxmlformats.org/officeDocument/2006/relationships/notesSlide" Target="/ppt/notesSlides/notesSlide10.xml" Id="Rfc594fdb4f2a46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b9818158a184696" /><Relationship Type="http://schemas.openxmlformats.org/officeDocument/2006/relationships/notesSlide" Target="/ppt/notesSlides/notesSlide11.xml" Id="R883c0ff03fad43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c19dc5dd22d412b" /><Relationship Type="http://schemas.openxmlformats.org/officeDocument/2006/relationships/notesSlide" Target="/ppt/notesSlides/notesSlide12.xml" Id="R96c9aba8350540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5aaae911b07412a" /><Relationship Type="http://schemas.openxmlformats.org/officeDocument/2006/relationships/notesSlide" Target="/ppt/notesSlides/notesSlide13.xml" Id="Rbadba26acd1349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867fa06f70c4691" /><Relationship Type="http://schemas.openxmlformats.org/officeDocument/2006/relationships/notesSlide" Target="/ppt/notesSlides/notesSlide14.xml" Id="R4677af9a95ee44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23c071feab4438d" /><Relationship Type="http://schemas.openxmlformats.org/officeDocument/2006/relationships/notesSlide" Target="/ppt/notesSlides/notesSlide15.xml" Id="Rbb24d35b82d14ad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cb67a1c6b5a4d8a" /><Relationship Type="http://schemas.openxmlformats.org/officeDocument/2006/relationships/notesSlide" Target="/ppt/notesSlides/notesSlide16.xml" Id="Rf1de6a48d2d24f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6dc8f67161b4655" /><Relationship Type="http://schemas.openxmlformats.org/officeDocument/2006/relationships/notesSlide" Target="/ppt/notesSlides/notesSlide17.xml" Id="R1eef4635c9284f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3993704026c4dc2" /><Relationship Type="http://schemas.openxmlformats.org/officeDocument/2006/relationships/notesSlide" Target="/ppt/notesSlides/notesSlide18.xml" Id="R3d2fd66f8e2844f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a19a97ad83142ee" /><Relationship Type="http://schemas.openxmlformats.org/officeDocument/2006/relationships/notesSlide" Target="/ppt/notesSlides/notesSlide19.xml" Id="R99d40eb32ffd4b8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cfadbbfbe6b4659" /><Relationship Type="http://schemas.openxmlformats.org/officeDocument/2006/relationships/notesSlide" Target="/ppt/notesSlides/notesSlide20.xml" Id="R20b2bddee08d46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62f16b692184200" /><Relationship Type="http://schemas.openxmlformats.org/officeDocument/2006/relationships/notesSlide" Target="/ppt/notesSlides/notesSlide21.xml" Id="R50b9271d741842b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d859a22bc12476f" /><Relationship Type="http://schemas.openxmlformats.org/officeDocument/2006/relationships/notesSlide" Target="/ppt/notesSlides/notesSlide22.xml" Id="R3592318e2f28494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6129f292e4244a8" /><Relationship Type="http://schemas.openxmlformats.org/officeDocument/2006/relationships/notesSlide" Target="/ppt/notesSlides/notesSlide23.xml" Id="Rb9627c3299984b3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c32cd6fdf2e492d" /><Relationship Type="http://schemas.openxmlformats.org/officeDocument/2006/relationships/notesSlide" Target="/ppt/notesSlides/notesSlide24.xml" Id="Rdf52b71e1df14d7a" /></Relationships>
</file>

<file path=ppt/slides/slide1.xml><?xml version="1.0" encoding="utf-8"?>
<p:sld xmlns:p="http://schemas.openxmlformats.org/presentationml/2006/main">
  <p:cSld>
    <p:bg>
      <p:bgPr>
        <a:solidFill xmlns:a="http://schemas.openxmlformats.org/drawingml/2006/main">
          <a:srgbClr val="152B37"/>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E60C2501-F92C-42A5-8A8A-96F5D6687910}"/>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FFFFFF"/>
                </a:solidFill>
                <a:latin typeface="DejaVu Sans"/>
                <a:ea typeface="DejaVu Sans"/>
                <a:cs typeface="DejaVu Sans"/>
              </a:defRPr>
            </a:defPPr>
            <a:lvl1pPr>
              <a:defRPr sz="3450" b="1">
                <a:solidFill>
                  <a:srgbClr val="FFFFFF"/>
                </a:solidFill>
                <a:latin typeface="DejaVu Sans"/>
                <a:ea typeface="DejaVu Sans"/>
                <a:cs typeface="DejaVu Sans"/>
              </a:defRPr>
            </a:lvl1pPr>
            <a:lvl2pPr>
              <a:defRPr sz="3450" b="1">
                <a:solidFill>
                  <a:srgbClr val="FFFFFF"/>
                </a:solidFill>
                <a:latin typeface="DejaVu Sans"/>
                <a:ea typeface="DejaVu Sans"/>
                <a:cs typeface="DejaVu Sans"/>
              </a:defRPr>
            </a:lvl2pPr>
            <a:lvl3pPr>
              <a:defRPr sz="3450" b="1">
                <a:solidFill>
                  <a:srgbClr val="FFFFFF"/>
                </a:solidFill>
                <a:latin typeface="DejaVu Sans"/>
                <a:ea typeface="DejaVu Sans"/>
                <a:cs typeface="DejaVu Sans"/>
              </a:defRPr>
            </a:lvl3pPr>
            <a:lvl4pPr>
              <a:defRPr sz="3450" b="1">
                <a:solidFill>
                  <a:srgbClr val="FFFFFF"/>
                </a:solidFill>
                <a:latin typeface="DejaVu Sans"/>
                <a:ea typeface="DejaVu Sans"/>
                <a:cs typeface="DejaVu Sans"/>
              </a:defRPr>
            </a:lvl4pPr>
            <a:lvl5pPr>
              <a:defRPr sz="3450" b="1">
                <a:solidFill>
                  <a:srgbClr val="FFFFFF"/>
                </a:solidFill>
                <a:latin typeface="DejaVu Sans"/>
                <a:ea typeface="DejaVu Sans"/>
                <a:cs typeface="DejaVu Sans"/>
              </a:defRPr>
            </a:lvl5pPr>
            <a:lvl6pPr>
              <a:defRPr sz="3450" b="1">
                <a:solidFill>
                  <a:srgbClr val="FFFFFF"/>
                </a:solidFill>
                <a:latin typeface="DejaVu Sans"/>
                <a:ea typeface="DejaVu Sans"/>
                <a:cs typeface="DejaVu Sans"/>
              </a:defRPr>
            </a:lvl6pPr>
            <a:lvl7pPr>
              <a:defRPr sz="3450" b="1">
                <a:solidFill>
                  <a:srgbClr val="FFFFFF"/>
                </a:solidFill>
                <a:latin typeface="DejaVu Sans"/>
                <a:ea typeface="DejaVu Sans"/>
                <a:cs typeface="DejaVu Sans"/>
              </a:defRPr>
            </a:lvl7pPr>
            <a:lvl8pPr>
              <a:defRPr sz="3450" b="1">
                <a:solidFill>
                  <a:srgbClr val="FFFFFF"/>
                </a:solidFill>
                <a:latin typeface="DejaVu Sans"/>
                <a:ea typeface="DejaVu Sans"/>
                <a:cs typeface="DejaVu Sans"/>
              </a:defRPr>
            </a:lvl8pPr>
            <a:lvl9pPr>
              <a:defRPr sz="3450" b="1">
                <a:solidFill>
                  <a:srgbClr val="FFFFFF"/>
                </a:solidFill>
                <a:latin typeface="DejaVu Sans"/>
                <a:ea typeface="DejaVu Sans"/>
                <a:cs typeface="DejaVu Sans"/>
              </a:defRPr>
            </a:lvl9pPr>
          </a:lstStyle>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Điều kiện</a:t>
            </a:r>
          </a:p>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và vòng lặp</a:t>
            </a:r>
          </a:p>
        </p:txBody>
      </p:sp>
      <p:sp>
        <p:nvSpPr>
          <p:cNvPr id="2" name="text-2">
            <a:extLst xmlns:a="http://schemas.openxmlformats.org/drawingml/2006/main">
              <a:ext uri="{FF2B5EF4-FFF2-40B4-BE49-F238E27FC236}">
                <a16:creationId xmlns:a16="http://schemas.microsoft.com/office/drawing/2014/main" id="{0C518A2B-95DA-4E5C-9970-DFB5A090F858}"/>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9CDD4"/>
                </a:solidFill>
                <a:latin typeface="DejaVu Sans"/>
                <a:ea typeface="DejaVu Sans"/>
                <a:cs typeface="DejaVu Sans"/>
              </a:defRPr>
            </a:defPPr>
            <a:lvl1pPr>
              <a:defRPr sz="1275" b="0">
                <a:solidFill>
                  <a:srgbClr val="B9CDD4"/>
                </a:solidFill>
                <a:latin typeface="DejaVu Sans"/>
                <a:ea typeface="DejaVu Sans"/>
                <a:cs typeface="DejaVu Sans"/>
              </a:defRPr>
            </a:lvl1pPr>
            <a:lvl2pPr>
              <a:defRPr sz="1275" b="0">
                <a:solidFill>
                  <a:srgbClr val="B9CDD4"/>
                </a:solidFill>
                <a:latin typeface="DejaVu Sans"/>
                <a:ea typeface="DejaVu Sans"/>
                <a:cs typeface="DejaVu Sans"/>
              </a:defRPr>
            </a:lvl2pPr>
            <a:lvl3pPr>
              <a:defRPr sz="1275" b="0">
                <a:solidFill>
                  <a:srgbClr val="B9CDD4"/>
                </a:solidFill>
                <a:latin typeface="DejaVu Sans"/>
                <a:ea typeface="DejaVu Sans"/>
                <a:cs typeface="DejaVu Sans"/>
              </a:defRPr>
            </a:lvl3pPr>
            <a:lvl4pPr>
              <a:defRPr sz="1275" b="0">
                <a:solidFill>
                  <a:srgbClr val="B9CDD4"/>
                </a:solidFill>
                <a:latin typeface="DejaVu Sans"/>
                <a:ea typeface="DejaVu Sans"/>
                <a:cs typeface="DejaVu Sans"/>
              </a:defRPr>
            </a:lvl4pPr>
            <a:lvl5pPr>
              <a:defRPr sz="1275" b="0">
                <a:solidFill>
                  <a:srgbClr val="B9CDD4"/>
                </a:solidFill>
                <a:latin typeface="DejaVu Sans"/>
                <a:ea typeface="DejaVu Sans"/>
                <a:cs typeface="DejaVu Sans"/>
              </a:defRPr>
            </a:lvl5pPr>
            <a:lvl6pPr>
              <a:defRPr sz="1275" b="0">
                <a:solidFill>
                  <a:srgbClr val="B9CDD4"/>
                </a:solidFill>
                <a:latin typeface="DejaVu Sans"/>
                <a:ea typeface="DejaVu Sans"/>
                <a:cs typeface="DejaVu Sans"/>
              </a:defRPr>
            </a:lvl6pPr>
            <a:lvl7pPr>
              <a:defRPr sz="1275" b="0">
                <a:solidFill>
                  <a:srgbClr val="B9CDD4"/>
                </a:solidFill>
                <a:latin typeface="DejaVu Sans"/>
                <a:ea typeface="DejaVu Sans"/>
                <a:cs typeface="DejaVu Sans"/>
              </a:defRPr>
            </a:lvl7pPr>
            <a:lvl8pPr>
              <a:defRPr sz="1275" b="0">
                <a:solidFill>
                  <a:srgbClr val="B9CDD4"/>
                </a:solidFill>
                <a:latin typeface="DejaVu Sans"/>
                <a:ea typeface="DejaVu Sans"/>
                <a:cs typeface="DejaVu Sans"/>
              </a:defRPr>
            </a:lvl8pPr>
            <a:lvl9pPr>
              <a:defRPr sz="1275" b="0">
                <a:solidFill>
                  <a:srgbClr val="B9CDD4"/>
                </a:solidFill>
                <a:latin typeface="DejaVu Sans"/>
                <a:ea typeface="DejaVu Sans"/>
                <a:cs typeface="DejaVu Sans"/>
              </a:defRPr>
            </a:lvl9pPr>
          </a:lstStyle>
          <a:p xmlns:a="http://schemas.openxmlformats.org/drawingml/2006/main">
            <a:pPr>
              <a:defRPr sz="1275" b="0">
                <a:solidFill>
                  <a:srgbClr val="B9CDD4"/>
                </a:solidFill>
                <a:latin typeface="DejaVu Sans"/>
                <a:ea typeface="DejaVu Sans"/>
                <a:cs typeface="DejaVu Sans"/>
              </a:defRPr>
            </a:pPr>
            <a:r>
              <a:rPr sz="1275" b="0">
                <a:solidFill>
                  <a:srgbClr val="B9CDD4"/>
                </a:solidFill>
                <a:latin typeface="DejaVu Sans"/>
                <a:ea typeface="DejaVu Sans"/>
                <a:cs typeface="DejaVu Sans"/>
              </a:rPr>
              <a:t>01</a:t>
            </a:r>
          </a:p>
        </p:txBody>
      </p:sp>
      <p:pic>
        <p:nvPicPr>
          <p:cNvPr id="3" name="">
            <a:extLst xmlns:a="http://schemas.openxmlformats.org/drawingml/2006/main">
              <a:ext uri="{FF2B5EF4-FFF2-40B4-BE49-F238E27FC236}">
                <a16:creationId xmlns:a16="http://schemas.microsoft.com/office/drawing/2014/main" id="{F1A8C623-5005-460C-B761-EEC452FEB116}"/>
              </a:ext>
            </a:extLst>
          </p:cNvPr>
          <p:cNvPicPr>
            <a:picLocks xmlns:a="http://schemas.openxmlformats.org/drawingml/2006/main" noChangeAspect="1"/>
          </p:cNvPicPr>
          <p:nvPr/>
        </p:nvPicPr>
        <p:blipFill>
          <a:blip xmlns:r="http://schemas.openxmlformats.org/officeDocument/2006/relationships" xmlns:a="http://schemas.openxmlformats.org/drawingml/2006/main" r:embed="R49e96ed2441149f1"/>
          <a:stretch xmlns:a="http://schemas.openxmlformats.org/drawingml/2006/main"/>
        </p:blipFill>
        <p:spPr>
          <a:xfrm xmlns:a="http://schemas.openxmlformats.org/drawingml/2006/main">
            <a:off x="7477125" y="3264231"/>
            <a:ext cx="3810000" cy="1282038"/>
          </a:xfrm>
          <a:prstGeom xmlns:a="http://schemas.openxmlformats.org/drawingml/2006/main" prst="rect">
            <a:avLst/>
          </a:prstGeom>
        </p:spPr>
      </p:pic>
      <p:sp>
        <p:nvSpPr>
          <p:cNvPr id="4" name="text-3">
            <a:extLst xmlns:a="http://schemas.openxmlformats.org/drawingml/2006/main">
              <a:ext uri="{FF2B5EF4-FFF2-40B4-BE49-F238E27FC236}">
                <a16:creationId xmlns:a16="http://schemas.microsoft.com/office/drawing/2014/main" id="{29C118F2-F2BC-4AF2-A36C-6F1AD9688F1F}"/>
              </a:ext>
            </a:extLst>
          </p:cNvPr>
          <p:cNvSpPr>
            <a:spLocks xmlns:a="http://schemas.openxmlformats.org/drawingml/2006/main" noGrp="1"/>
          </p:cNvSpPr>
          <p:nvPr/>
        </p:nvSpPr>
        <p:spPr>
          <a:xfrm xmlns:a="http://schemas.openxmlformats.org/drawingml/2006/main">
            <a:off x="647700" y="2952750"/>
            <a:ext cx="6477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625" b="0">
                <a:solidFill>
                  <a:srgbClr val="FFFFFF"/>
                </a:solidFill>
                <a:latin typeface="DejaVu Sans"/>
                <a:ea typeface="DejaVu Sans"/>
                <a:cs typeface="DejaVu Sans"/>
              </a:defRPr>
            </a:defPPr>
            <a:lvl1pPr>
              <a:defRPr sz="2625" b="0">
                <a:solidFill>
                  <a:srgbClr val="FFFFFF"/>
                </a:solidFill>
                <a:latin typeface="DejaVu Sans"/>
                <a:ea typeface="DejaVu Sans"/>
                <a:cs typeface="DejaVu Sans"/>
              </a:defRPr>
            </a:lvl1pPr>
            <a:lvl2pPr>
              <a:defRPr sz="2625" b="0">
                <a:solidFill>
                  <a:srgbClr val="FFFFFF"/>
                </a:solidFill>
                <a:latin typeface="DejaVu Sans"/>
                <a:ea typeface="DejaVu Sans"/>
                <a:cs typeface="DejaVu Sans"/>
              </a:defRPr>
            </a:lvl2pPr>
            <a:lvl3pPr>
              <a:defRPr sz="2625" b="0">
                <a:solidFill>
                  <a:srgbClr val="FFFFFF"/>
                </a:solidFill>
                <a:latin typeface="DejaVu Sans"/>
                <a:ea typeface="DejaVu Sans"/>
                <a:cs typeface="DejaVu Sans"/>
              </a:defRPr>
            </a:lvl3pPr>
            <a:lvl4pPr>
              <a:defRPr sz="2625" b="0">
                <a:solidFill>
                  <a:srgbClr val="FFFFFF"/>
                </a:solidFill>
                <a:latin typeface="DejaVu Sans"/>
                <a:ea typeface="DejaVu Sans"/>
                <a:cs typeface="DejaVu Sans"/>
              </a:defRPr>
            </a:lvl4pPr>
            <a:lvl5pPr>
              <a:defRPr sz="2625" b="0">
                <a:solidFill>
                  <a:srgbClr val="FFFFFF"/>
                </a:solidFill>
                <a:latin typeface="DejaVu Sans"/>
                <a:ea typeface="DejaVu Sans"/>
                <a:cs typeface="DejaVu Sans"/>
              </a:defRPr>
            </a:lvl5pPr>
            <a:lvl6pPr>
              <a:defRPr sz="2625" b="0">
                <a:solidFill>
                  <a:srgbClr val="FFFFFF"/>
                </a:solidFill>
                <a:latin typeface="DejaVu Sans"/>
                <a:ea typeface="DejaVu Sans"/>
                <a:cs typeface="DejaVu Sans"/>
              </a:defRPr>
            </a:lvl6pPr>
            <a:lvl7pPr>
              <a:defRPr sz="2625" b="0">
                <a:solidFill>
                  <a:srgbClr val="FFFFFF"/>
                </a:solidFill>
                <a:latin typeface="DejaVu Sans"/>
                <a:ea typeface="DejaVu Sans"/>
                <a:cs typeface="DejaVu Sans"/>
              </a:defRPr>
            </a:lvl7pPr>
            <a:lvl8pPr>
              <a:defRPr sz="2625" b="0">
                <a:solidFill>
                  <a:srgbClr val="FFFFFF"/>
                </a:solidFill>
                <a:latin typeface="DejaVu Sans"/>
                <a:ea typeface="DejaVu Sans"/>
                <a:cs typeface="DejaVu Sans"/>
              </a:defRPr>
            </a:lvl8pPr>
            <a:lvl9pPr>
              <a:defRPr sz="2625" b="0">
                <a:solidFill>
                  <a:srgbClr val="FFFFFF"/>
                </a:solidFill>
                <a:latin typeface="DejaVu Sans"/>
                <a:ea typeface="DejaVu Sans"/>
                <a:cs typeface="DejaVu Sans"/>
              </a:defRPr>
            </a:lvl9pPr>
          </a:lstStyle>
          <a:p xmlns:a="http://schemas.openxmlformats.org/drawingml/2006/main">
            <a:pPr>
              <a:defRPr sz="2625" b="0">
                <a:solidFill>
                  <a:srgbClr val="FFFFFF"/>
                </a:solidFill>
                <a:latin typeface="DejaVu Sans"/>
                <a:ea typeface="DejaVu Sans"/>
                <a:cs typeface="DejaVu Sans"/>
              </a:defRPr>
            </a:pPr>
            <a:r>
              <a:rPr sz="2625" b="0">
                <a:solidFill>
                  <a:srgbClr val="FFFFFF"/>
                </a:solidFill>
                <a:latin typeface="DejaVu Sans"/>
                <a:ea typeface="DejaVu Sans"/>
                <a:cs typeface="DejaVu Sans"/>
              </a:rPr>
              <a:t>Buổi 02</a:t>
            </a:r>
          </a:p>
          <a:p xmlns:a="http://schemas.openxmlformats.org/drawingml/2006/main">
            <a:pPr>
              <a:defRPr sz="2625" b="0">
                <a:solidFill>
                  <a:srgbClr val="FFFFFF"/>
                </a:solidFill>
                <a:latin typeface="DejaVu Sans"/>
                <a:ea typeface="DejaVu Sans"/>
                <a:cs typeface="DejaVu Sans"/>
              </a:defRPr>
            </a:pPr>
            <a:r>
              <a:rPr sz="2625" b="0">
                <a:solidFill>
                  <a:srgbClr val="FFFFFF"/>
                </a:solidFill>
                <a:latin typeface="DejaVu Sans"/>
                <a:ea typeface="DejaVu Sans"/>
                <a:cs typeface="DejaVu Sans"/>
              </a:rPr>
              <a:t>Lớp Python CLB Tin học HIT</a:t>
            </a:r>
          </a:p>
        </p:txBody>
      </p:sp>
    </p:spTree>
    <p:extLst>
      <p:ext uri="{BB962C8B-B14F-4D97-AF65-F5344CB8AC3E}">
        <p14:creationId xmlns:p14="http://schemas.microsoft.com/office/powerpoint/2010/main" val="1906573155"/>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4" name="text-4">
            <a:extLst xmlns:a="http://schemas.openxmlformats.org/drawingml/2006/main">
              <a:ext uri="{FF2B5EF4-FFF2-40B4-BE49-F238E27FC236}">
                <a16:creationId xmlns:a16="http://schemas.microsoft.com/office/drawing/2014/main" id="{FC9D5BE7-9AC7-4EB9-BEB7-BF53751B1A7E}"/>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Hôm nay chương trình sẽ làm gì?</a:t>
            </a:r>
          </a:p>
        </p:txBody>
      </p:sp>
      <p:sp>
        <p:nvSpPr>
          <p:cNvPr id="2" name="text-5">
            <a:extLst xmlns:a="http://schemas.openxmlformats.org/drawingml/2006/main">
              <a:ext uri="{FF2B5EF4-FFF2-40B4-BE49-F238E27FC236}">
                <a16:creationId xmlns:a16="http://schemas.microsoft.com/office/drawing/2014/main" id="{CD3E19DA-4B53-408C-8346-B041AFD3F1DF}"/>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02</a:t>
            </a:r>
          </a:p>
        </p:txBody>
      </p:sp>
      <p:sp>
        <p:nvSpPr>
          <p:cNvPr id="3" name="text-6">
            <a:extLst xmlns:a="http://schemas.openxmlformats.org/drawingml/2006/main">
              <a:ext uri="{FF2B5EF4-FFF2-40B4-BE49-F238E27FC236}">
                <a16:creationId xmlns:a16="http://schemas.microsoft.com/office/drawing/2014/main" id="{5E55C84B-84CA-4008-9C0C-FCD80D9ED79F}"/>
              </a:ext>
            </a:extLst>
          </p:cNvPr>
          <p:cNvSpPr>
            <a:spLocks xmlns:a="http://schemas.openxmlformats.org/drawingml/2006/main" noGrp="1"/>
          </p:cNvSpPr>
          <p:nvPr/>
        </p:nvSpPr>
        <p:spPr>
          <a:xfrm xmlns:a="http://schemas.openxmlformats.org/drawingml/2006/main">
            <a:off x="647700" y="1952625"/>
            <a:ext cx="10668000" cy="381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0">
                <a:solidFill>
                  <a:srgbClr val="172B39"/>
                </a:solidFill>
                <a:latin typeface="DejaVu Sans"/>
                <a:ea typeface="DejaVu Sans"/>
                <a:cs typeface="DejaVu Sans"/>
              </a:defRPr>
            </a:defPPr>
            <a:lvl1pPr>
              <a:defRPr sz="2700" b="0">
                <a:solidFill>
                  <a:srgbClr val="172B39"/>
                </a:solidFill>
                <a:latin typeface="DejaVu Sans"/>
                <a:ea typeface="DejaVu Sans"/>
                <a:cs typeface="DejaVu Sans"/>
              </a:defRPr>
            </a:lvl1pPr>
            <a:lvl2pPr>
              <a:defRPr sz="2700" b="0">
                <a:solidFill>
                  <a:srgbClr val="172B39"/>
                </a:solidFill>
                <a:latin typeface="DejaVu Sans"/>
                <a:ea typeface="DejaVu Sans"/>
                <a:cs typeface="DejaVu Sans"/>
              </a:defRPr>
            </a:lvl2pPr>
            <a:lvl3pPr>
              <a:defRPr sz="2700" b="0">
                <a:solidFill>
                  <a:srgbClr val="172B39"/>
                </a:solidFill>
                <a:latin typeface="DejaVu Sans"/>
                <a:ea typeface="DejaVu Sans"/>
                <a:cs typeface="DejaVu Sans"/>
              </a:defRPr>
            </a:lvl3pPr>
            <a:lvl4pPr>
              <a:defRPr sz="2700" b="0">
                <a:solidFill>
                  <a:srgbClr val="172B39"/>
                </a:solidFill>
                <a:latin typeface="DejaVu Sans"/>
                <a:ea typeface="DejaVu Sans"/>
                <a:cs typeface="DejaVu Sans"/>
              </a:defRPr>
            </a:lvl4pPr>
            <a:lvl5pPr>
              <a:defRPr sz="2700" b="0">
                <a:solidFill>
                  <a:srgbClr val="172B39"/>
                </a:solidFill>
                <a:latin typeface="DejaVu Sans"/>
                <a:ea typeface="DejaVu Sans"/>
                <a:cs typeface="DejaVu Sans"/>
              </a:defRPr>
            </a:lvl5pPr>
            <a:lvl6pPr>
              <a:defRPr sz="2700" b="0">
                <a:solidFill>
                  <a:srgbClr val="172B39"/>
                </a:solidFill>
                <a:latin typeface="DejaVu Sans"/>
                <a:ea typeface="DejaVu Sans"/>
                <a:cs typeface="DejaVu Sans"/>
              </a:defRPr>
            </a:lvl6pPr>
            <a:lvl7pPr>
              <a:defRPr sz="2700" b="0">
                <a:solidFill>
                  <a:srgbClr val="172B39"/>
                </a:solidFill>
                <a:latin typeface="DejaVu Sans"/>
                <a:ea typeface="DejaVu Sans"/>
                <a:cs typeface="DejaVu Sans"/>
              </a:defRPr>
            </a:lvl7pPr>
            <a:lvl8pPr>
              <a:defRPr sz="2700" b="0">
                <a:solidFill>
                  <a:srgbClr val="172B39"/>
                </a:solidFill>
                <a:latin typeface="DejaVu Sans"/>
                <a:ea typeface="DejaVu Sans"/>
                <a:cs typeface="DejaVu Sans"/>
              </a:defRPr>
            </a:lvl8pPr>
            <a:lvl9pPr>
              <a:defRPr sz="2700" b="0">
                <a:solidFill>
                  <a:srgbClr val="172B39"/>
                </a:solidFill>
                <a:latin typeface="DejaVu Sans"/>
                <a:ea typeface="DejaVu Sans"/>
                <a:cs typeface="DejaVu Sans"/>
              </a:defRPr>
            </a:lvl9pPr>
          </a:lstStyle>
          <a:p xmlns:a="http://schemas.openxmlformats.org/drawingml/2006/main">
            <a:pPr>
              <a:defRPr sz="2700" b="0">
                <a:solidFill>
                  <a:srgbClr val="172B39"/>
                </a:solidFill>
                <a:latin typeface="DejaVu Sans"/>
                <a:ea typeface="DejaVu Sans"/>
                <a:cs typeface="DejaVu Sans"/>
              </a:defRPr>
            </a:pPr>
            <a:r>
              <a:rPr sz="2700" b="0">
                <a:solidFill>
                  <a:srgbClr val="172B39"/>
                </a:solidFill>
                <a:latin typeface="DejaVu Sans"/>
                <a:ea typeface="DejaVu Sans"/>
                <a:cs typeface="DejaVu Sans"/>
              </a:rPr>
              <a:t>Chọn nhánh theo dữ liệu đầu vào</a:t>
            </a:r>
          </a:p>
          <a:p xmlns:a="http://schemas.openxmlformats.org/drawingml/2006/main">
            <a:pPr>
              <a:defRPr sz="2700" b="0">
                <a:solidFill>
                  <a:srgbClr val="172B39"/>
                </a:solidFill>
                <a:latin typeface="DejaVu Sans"/>
                <a:ea typeface="DejaVu Sans"/>
                <a:cs typeface="DejaVu Sans"/>
              </a:defRPr>
            </a:pPr>
            <a:r>
              <a:rPr sz="2700" b="0">
                <a:solidFill>
                  <a:srgbClr val="172B39"/>
                </a:solidFill>
                <a:latin typeface="DejaVu Sans"/>
                <a:ea typeface="DejaVu Sans"/>
                <a:cs typeface="DejaVu Sans"/>
              </a:rPr>
              <a:t>Lặp lại một đoạn mã</a:t>
            </a:r>
          </a:p>
          <a:p xmlns:a="http://schemas.openxmlformats.org/drawingml/2006/main">
            <a:pPr>
              <a:defRPr sz="2700" b="0">
                <a:solidFill>
                  <a:srgbClr val="172B39"/>
                </a:solidFill>
                <a:latin typeface="DejaVu Sans"/>
                <a:ea typeface="DejaVu Sans"/>
                <a:cs typeface="DejaVu Sans"/>
              </a:defRPr>
            </a:pPr>
            <a:r>
              <a:rPr sz="2700" b="0">
                <a:solidFill>
                  <a:srgbClr val="172B39"/>
                </a:solidFill>
                <a:latin typeface="DejaVu Sans"/>
                <a:ea typeface="DejaVu Sans"/>
                <a:cs typeface="DejaVu Sans"/>
              </a:rPr>
              <a:t>Theo dõi biến và biết khi nào dừng</a:t>
            </a:r>
          </a:p>
        </p:txBody>
      </p:sp>
    </p:spTree>
    <p:extLst>
      <p:ext uri="{BB962C8B-B14F-4D97-AF65-F5344CB8AC3E}">
        <p14:creationId xmlns:p14="http://schemas.microsoft.com/office/powerpoint/2010/main" val="735459712"/>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ext-7">
            <a:extLst xmlns:a="http://schemas.openxmlformats.org/drawingml/2006/main">
              <a:ext uri="{FF2B5EF4-FFF2-40B4-BE49-F238E27FC236}">
                <a16:creationId xmlns:a16="http://schemas.microsoft.com/office/drawing/2014/main" id="{54AA0E14-72A8-44DE-BE93-F2302C3F6D4A}"/>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Ôn buổi 1</a:t>
            </a:r>
          </a:p>
        </p:txBody>
      </p:sp>
      <p:sp>
        <p:nvSpPr>
          <p:cNvPr id="2" name="text-8">
            <a:extLst xmlns:a="http://schemas.openxmlformats.org/drawingml/2006/main">
              <a:ext uri="{FF2B5EF4-FFF2-40B4-BE49-F238E27FC236}">
                <a16:creationId xmlns:a16="http://schemas.microsoft.com/office/drawing/2014/main" id="{B49135E8-A0AE-4FE6-B1DA-BDC8221EA583}"/>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03</a:t>
            </a:r>
          </a:p>
        </p:txBody>
      </p:sp>
      <p:sp>
        <p:nvSpPr>
          <p:cNvPr id="3" name="text-9">
            <a:extLst xmlns:a="http://schemas.openxmlformats.org/drawingml/2006/main">
              <a:ext uri="{FF2B5EF4-FFF2-40B4-BE49-F238E27FC236}">
                <a16:creationId xmlns:a16="http://schemas.microsoft.com/office/drawing/2014/main" id="{68D537D8-750C-42F6-BB60-DA0D7E5522BC}"/>
              </a:ext>
            </a:extLst>
          </p:cNvPr>
          <p:cNvSpPr>
            <a:spLocks xmlns:a="http://schemas.openxmlformats.org/drawingml/2006/main" noGrp="1"/>
          </p:cNvSpPr>
          <p:nvPr/>
        </p:nvSpPr>
        <p:spPr>
          <a:xfrm xmlns:a="http://schemas.openxmlformats.org/drawingml/2006/main">
            <a:off x="647700" y="1838325"/>
            <a:ext cx="4191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B39"/>
                </a:solidFill>
                <a:latin typeface="DejaVu Sans"/>
                <a:ea typeface="DejaVu Sans"/>
                <a:cs typeface="DejaVu Sans"/>
              </a:defRPr>
            </a:defPPr>
            <a:lvl1pPr>
              <a:defRPr sz="2175" b="0">
                <a:solidFill>
                  <a:srgbClr val="172B39"/>
                </a:solidFill>
                <a:latin typeface="DejaVu Sans"/>
                <a:ea typeface="DejaVu Sans"/>
                <a:cs typeface="DejaVu Sans"/>
              </a:defRPr>
            </a:lvl1pPr>
            <a:lvl2pPr>
              <a:defRPr sz="2175" b="0">
                <a:solidFill>
                  <a:srgbClr val="172B39"/>
                </a:solidFill>
                <a:latin typeface="DejaVu Sans"/>
                <a:ea typeface="DejaVu Sans"/>
                <a:cs typeface="DejaVu Sans"/>
              </a:defRPr>
            </a:lvl2pPr>
            <a:lvl3pPr>
              <a:defRPr sz="2175" b="0">
                <a:solidFill>
                  <a:srgbClr val="172B39"/>
                </a:solidFill>
                <a:latin typeface="DejaVu Sans"/>
                <a:ea typeface="DejaVu Sans"/>
                <a:cs typeface="DejaVu Sans"/>
              </a:defRPr>
            </a:lvl3pPr>
            <a:lvl4pPr>
              <a:defRPr sz="2175" b="0">
                <a:solidFill>
                  <a:srgbClr val="172B39"/>
                </a:solidFill>
                <a:latin typeface="DejaVu Sans"/>
                <a:ea typeface="DejaVu Sans"/>
                <a:cs typeface="DejaVu Sans"/>
              </a:defRPr>
            </a:lvl4pPr>
            <a:lvl5pPr>
              <a:defRPr sz="2175" b="0">
                <a:solidFill>
                  <a:srgbClr val="172B39"/>
                </a:solidFill>
                <a:latin typeface="DejaVu Sans"/>
                <a:ea typeface="DejaVu Sans"/>
                <a:cs typeface="DejaVu Sans"/>
              </a:defRPr>
            </a:lvl5pPr>
            <a:lvl6pPr>
              <a:defRPr sz="2175" b="0">
                <a:solidFill>
                  <a:srgbClr val="172B39"/>
                </a:solidFill>
                <a:latin typeface="DejaVu Sans"/>
                <a:ea typeface="DejaVu Sans"/>
                <a:cs typeface="DejaVu Sans"/>
              </a:defRPr>
            </a:lvl6pPr>
            <a:lvl7pPr>
              <a:defRPr sz="2175" b="0">
                <a:solidFill>
                  <a:srgbClr val="172B39"/>
                </a:solidFill>
                <a:latin typeface="DejaVu Sans"/>
                <a:ea typeface="DejaVu Sans"/>
                <a:cs typeface="DejaVu Sans"/>
              </a:defRPr>
            </a:lvl7pPr>
            <a:lvl8pPr>
              <a:defRPr sz="2175" b="0">
                <a:solidFill>
                  <a:srgbClr val="172B39"/>
                </a:solidFill>
                <a:latin typeface="DejaVu Sans"/>
                <a:ea typeface="DejaVu Sans"/>
                <a:cs typeface="DejaVu Sans"/>
              </a:defRPr>
            </a:lvl8pPr>
            <a:lvl9pPr>
              <a:defRPr sz="2175" b="0">
                <a:solidFill>
                  <a:srgbClr val="172B39"/>
                </a:solidFill>
                <a:latin typeface="DejaVu Sans"/>
                <a:ea typeface="DejaVu Sans"/>
                <a:cs typeface="DejaVu Sans"/>
              </a:defRPr>
            </a:lvl9pPr>
          </a:lstStyle>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Nhập 8 và 6 thì chương trình in gì?</a:t>
            </a:r>
          </a:p>
          <a:p xmlns:a="http://schemas.openxmlformats.org/drawingml/2006/main">
            <a:r>
              <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Vì sao cần float()?</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Vì sao cần dấu ngoặc?</a:t>
            </a:r>
          </a:p>
        </p:txBody>
      </p:sp>
      <p:sp>
        <p:nvSpPr>
          <p:cNvPr id="4" name="surface-10">
            <a:extLst xmlns:a="http://schemas.openxmlformats.org/drawingml/2006/main">
              <a:ext uri="{FF2B5EF4-FFF2-40B4-BE49-F238E27FC236}">
                <a16:creationId xmlns:a16="http://schemas.microsoft.com/office/drawing/2014/main" id="{D2AE50C4-3A22-4CC5-922A-7CD0B246168A}"/>
              </a:ext>
            </a:extLst>
          </p:cNvPr>
          <p:cNvSpPr>
            <a:spLocks xmlns:a="http://schemas.openxmlformats.org/drawingml/2006/main" noGrp="1"/>
          </p:cNvSpPr>
          <p:nvPr/>
        </p:nvSpPr>
        <p:spPr>
          <a:xfrm xmlns:a="http://schemas.openxmlformats.org/drawingml/2006/main">
            <a:off x="5191125" y="1762125"/>
            <a:ext cx="6381750" cy="2171700"/>
          </a:xfrm>
          <a:prstGeom xmlns:a="http://schemas.openxmlformats.org/drawingml/2006/main" prst="rect">
            <a:avLst/>
          </a:prstGeom>
          <a:solidFill xmlns:a="http://schemas.openxmlformats.org/drawingml/2006/main">
            <a:srgbClr val="152B37"/>
          </a:solidFill>
          <a:ln xmlns:a="http://schemas.openxmlformats.org/drawingml/2006/main" w="0">
            <a:noFill/>
            <a:prstDash val="solid"/>
          </a:ln>
        </p:spPr>
      </p:sp>
      <p:sp>
        <p:nvSpPr>
          <p:cNvPr id="5" name="text-11">
            <a:extLst xmlns:a="http://schemas.openxmlformats.org/drawingml/2006/main">
              <a:ext uri="{FF2B5EF4-FFF2-40B4-BE49-F238E27FC236}">
                <a16:creationId xmlns:a16="http://schemas.microsoft.com/office/drawing/2014/main" id="{9B64318A-369B-404D-BD3C-14716665CC89}"/>
              </a:ext>
            </a:extLst>
          </p:cNvPr>
          <p:cNvSpPr>
            <a:spLocks xmlns:a="http://schemas.openxmlformats.org/drawingml/2006/main" noGrp="1"/>
          </p:cNvSpPr>
          <p:nvPr/>
        </p:nvSpPr>
        <p:spPr>
          <a:xfrm xmlns:a="http://schemas.openxmlformats.org/drawingml/2006/main">
            <a:off x="5438775" y="19526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a = float(input("Điểm 1: "))</a:t>
            </a:r>
          </a:p>
        </p:txBody>
      </p:sp>
      <p:sp>
        <p:nvSpPr>
          <p:cNvPr id="6" name="text-12">
            <a:extLst xmlns:a="http://schemas.openxmlformats.org/drawingml/2006/main">
              <a:ext uri="{FF2B5EF4-FFF2-40B4-BE49-F238E27FC236}">
                <a16:creationId xmlns:a16="http://schemas.microsoft.com/office/drawing/2014/main" id="{9D1E5048-09C3-4723-BA82-CE92C3A54FAE}"/>
              </a:ext>
            </a:extLst>
          </p:cNvPr>
          <p:cNvSpPr>
            <a:spLocks xmlns:a="http://schemas.openxmlformats.org/drawingml/2006/main" noGrp="1"/>
          </p:cNvSpPr>
          <p:nvPr/>
        </p:nvSpPr>
        <p:spPr>
          <a:xfrm xmlns:a="http://schemas.openxmlformats.org/drawingml/2006/main">
            <a:off x="5438775" y="24003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b = float(input("Điểm 2: "))</a:t>
            </a:r>
          </a:p>
        </p:txBody>
      </p:sp>
      <p:sp>
        <p:nvSpPr>
          <p:cNvPr id="7" name="text-13">
            <a:extLst xmlns:a="http://schemas.openxmlformats.org/drawingml/2006/main">
              <a:ext uri="{FF2B5EF4-FFF2-40B4-BE49-F238E27FC236}">
                <a16:creationId xmlns:a16="http://schemas.microsoft.com/office/drawing/2014/main" id="{869673CD-47A5-4F0E-A5B4-2DB051C1237D}"/>
              </a:ext>
            </a:extLst>
          </p:cNvPr>
          <p:cNvSpPr>
            <a:spLocks xmlns:a="http://schemas.openxmlformats.org/drawingml/2006/main" noGrp="1"/>
          </p:cNvSpPr>
          <p:nvPr/>
        </p:nvSpPr>
        <p:spPr>
          <a:xfrm xmlns:a="http://schemas.openxmlformats.org/drawingml/2006/main">
            <a:off x="5438775" y="28479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average = (a + b) / 2</a:t>
            </a:r>
          </a:p>
        </p:txBody>
      </p:sp>
      <p:sp>
        <p:nvSpPr>
          <p:cNvPr id="8" name="text-14">
            <a:extLst xmlns:a="http://schemas.openxmlformats.org/drawingml/2006/main">
              <a:ext uri="{FF2B5EF4-FFF2-40B4-BE49-F238E27FC236}">
                <a16:creationId xmlns:a16="http://schemas.microsoft.com/office/drawing/2014/main" id="{2C172625-9220-4A50-8F87-160A18F10B04}"/>
              </a:ext>
            </a:extLst>
          </p:cNvPr>
          <p:cNvSpPr>
            <a:spLocks xmlns:a="http://schemas.openxmlformats.org/drawingml/2006/main" noGrp="1"/>
          </p:cNvSpPr>
          <p:nvPr/>
        </p:nvSpPr>
        <p:spPr>
          <a:xfrm xmlns:a="http://schemas.openxmlformats.org/drawingml/2006/main">
            <a:off x="5438775" y="329565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print(f"{average:.2f}")</a:t>
            </a:r>
          </a:p>
        </p:txBody>
      </p:sp>
    </p:spTree>
    <p:extLst>
      <p:ext uri="{BB962C8B-B14F-4D97-AF65-F5344CB8AC3E}">
        <p14:creationId xmlns:p14="http://schemas.microsoft.com/office/powerpoint/2010/main" val="1404075282"/>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15">
            <a:extLst xmlns:a="http://schemas.openxmlformats.org/drawingml/2006/main">
              <a:ext uri="{FF2B5EF4-FFF2-40B4-BE49-F238E27FC236}">
                <a16:creationId xmlns:a16="http://schemas.microsoft.com/office/drawing/2014/main" id="{C630505D-8404-4EF4-B1CB-F3BE87D82A89}"/>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So sánh tạo ra True hoặc False</a:t>
            </a:r>
          </a:p>
        </p:txBody>
      </p:sp>
      <p:sp>
        <p:nvSpPr>
          <p:cNvPr id="2" name="text-16">
            <a:extLst xmlns:a="http://schemas.openxmlformats.org/drawingml/2006/main">
              <a:ext uri="{FF2B5EF4-FFF2-40B4-BE49-F238E27FC236}">
                <a16:creationId xmlns:a16="http://schemas.microsoft.com/office/drawing/2014/main" id="{F89F7AE1-9B42-4B11-9BB9-A3D8265E2264}"/>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04</a:t>
            </a:r>
          </a:p>
        </p:txBody>
      </p:sp>
      <p:graphicFrame>
        <p:nvGraphicFramePr>
          <p:cNvPr id="3" name="">
            <a:extLst xmlns:a="http://schemas.openxmlformats.org/drawingml/2006/main">
              <a:ext uri="{FF2B5EF4-FFF2-40B4-BE49-F238E27FC236}">
                <a16:creationId xmlns:a16="http://schemas.microsoft.com/office/drawing/2014/main" id="{C83A3469-3F33-4FF3-87CD-500FDD25D1E2}"/>
              </a:ext>
            </a:extLst>
          </p:cNvPr>
          <p:cNvGraphicFramePr/>
          <p:nvPr/>
        </p:nvGraphicFramePr>
        <p:xfrm>
          <a:off xmlns:a="http://schemas.openxmlformats.org/drawingml/2006/main" x="609600" y="1762125"/>
          <a:ext xmlns:a="http://schemas.openxmlformats.org/drawingml/2006/main" cx="10953750" cy="3333750"/>
        </p:xfrm>
        <a:graphic xmlns:a="http://schemas.openxmlformats.org/drawingml/2006/main">
          <a:graphicData uri="http://schemas.openxmlformats.org/drawingml/2006/table">
            <a:tbl>
              <a:tblPr/>
              <a:tblGrid>
                <a:gridCol w="3651250"/>
                <a:gridCol w="3651250"/>
                <a:gridCol w="3651250"/>
              </a:tblGrid>
              <a:tr h="666750">
                <a:tc>
                  <a:txBody>
                    <a:bodyPr lIns="133350" tIns="133350" rIns="133350" bIns="133350"/>
                    <a:lstStyle/>
                    <a:p>
                      <a:r>
                        <a:rPr sz="1800" b="1">
                          <a:solidFill>
                            <a:srgbClr val="FFFFFF"/>
                          </a:solidFill>
                          <a:latin typeface="DejaVu Sans"/>
                          <a:ea typeface="DejaVu Sans"/>
                          <a:cs typeface="DejaVu Sans"/>
                        </a:rPr>
                        <a:t>Biểu thức</a:t>
                      </a:r>
                    </a:p>
                  </a:txBody>
                  <a:tcPr marL="91440" marR="91440" marT="45720" marB="45720" anchor="ctr">
                    <a:lnL w="9525">
                      <a:solidFill>
                        <a:srgbClr val="D7DDD9"/>
                      </a:solidFill>
                      <a:prstDash val="solid"/>
                    </a:lnL>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Ý nghĩa</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Kết quả</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r>
              <a:tr h="666750">
                <a:tc>
                  <a:txBody>
                    <a:bodyPr lIns="133350" tIns="133350" rIns="133350" bIns="133350"/>
                    <a:lstStyle/>
                    <a:p>
                      <a:r>
                        <a:rPr sz="2025" b="0">
                          <a:solidFill>
                            <a:srgbClr val="172B39"/>
                          </a:solidFill>
                          <a:latin typeface="DejaVu Sans Mono"/>
                          <a:ea typeface="DejaVu Sans Mono"/>
                          <a:cs typeface="DejaVu Sans Mono"/>
                        </a:rPr>
                        <a:t>8 &gt; 5</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Lớn hơn</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True</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8 &lt;= 5</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Nhỏ hơn hoặc bằng</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False</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8 == 8</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Bằng nhau</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True</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8 != 8</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Khác nhau</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False</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bl>
          </a:graphicData>
        </a:graphic>
      </p:graphicFrame>
      <p:sp>
        <p:nvSpPr>
          <p:cNvPr id="4" name="text-17">
            <a:extLst xmlns:a="http://schemas.openxmlformats.org/drawingml/2006/main">
              <a:ext uri="{FF2B5EF4-FFF2-40B4-BE49-F238E27FC236}">
                <a16:creationId xmlns:a16="http://schemas.microsoft.com/office/drawing/2014/main" id="{3FC12CAA-CA29-4E66-AD29-AA49087C89AB}"/>
              </a:ext>
            </a:extLst>
          </p:cNvPr>
          <p:cNvSpPr>
            <a:spLocks xmlns:a="http://schemas.openxmlformats.org/drawingml/2006/main" noGrp="1"/>
          </p:cNvSpPr>
          <p:nvPr/>
        </p:nvSpPr>
        <p:spPr>
          <a:xfrm xmlns:a="http://schemas.openxmlformats.org/drawingml/2006/main">
            <a:off x="647700" y="5438775"/>
            <a:ext cx="1081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D45B2C"/>
                </a:solidFill>
                <a:latin typeface="DejaVu Sans"/>
                <a:ea typeface="DejaVu Sans"/>
                <a:cs typeface="DejaVu Sans"/>
              </a:defRPr>
            </a:defPPr>
            <a:lvl1pPr>
              <a:defRPr sz="2175" b="1">
                <a:solidFill>
                  <a:srgbClr val="D45B2C"/>
                </a:solidFill>
                <a:latin typeface="DejaVu Sans"/>
                <a:ea typeface="DejaVu Sans"/>
                <a:cs typeface="DejaVu Sans"/>
              </a:defRPr>
            </a:lvl1pPr>
            <a:lvl2pPr>
              <a:defRPr sz="2175" b="1">
                <a:solidFill>
                  <a:srgbClr val="D45B2C"/>
                </a:solidFill>
                <a:latin typeface="DejaVu Sans"/>
                <a:ea typeface="DejaVu Sans"/>
                <a:cs typeface="DejaVu Sans"/>
              </a:defRPr>
            </a:lvl2pPr>
            <a:lvl3pPr>
              <a:defRPr sz="2175" b="1">
                <a:solidFill>
                  <a:srgbClr val="D45B2C"/>
                </a:solidFill>
                <a:latin typeface="DejaVu Sans"/>
                <a:ea typeface="DejaVu Sans"/>
                <a:cs typeface="DejaVu Sans"/>
              </a:defRPr>
            </a:lvl3pPr>
            <a:lvl4pPr>
              <a:defRPr sz="2175" b="1">
                <a:solidFill>
                  <a:srgbClr val="D45B2C"/>
                </a:solidFill>
                <a:latin typeface="DejaVu Sans"/>
                <a:ea typeface="DejaVu Sans"/>
                <a:cs typeface="DejaVu Sans"/>
              </a:defRPr>
            </a:lvl4pPr>
            <a:lvl5pPr>
              <a:defRPr sz="2175" b="1">
                <a:solidFill>
                  <a:srgbClr val="D45B2C"/>
                </a:solidFill>
                <a:latin typeface="DejaVu Sans"/>
                <a:ea typeface="DejaVu Sans"/>
                <a:cs typeface="DejaVu Sans"/>
              </a:defRPr>
            </a:lvl5pPr>
            <a:lvl6pPr>
              <a:defRPr sz="2175" b="1">
                <a:solidFill>
                  <a:srgbClr val="D45B2C"/>
                </a:solidFill>
                <a:latin typeface="DejaVu Sans"/>
                <a:ea typeface="DejaVu Sans"/>
                <a:cs typeface="DejaVu Sans"/>
              </a:defRPr>
            </a:lvl6pPr>
            <a:lvl7pPr>
              <a:defRPr sz="2175" b="1">
                <a:solidFill>
                  <a:srgbClr val="D45B2C"/>
                </a:solidFill>
                <a:latin typeface="DejaVu Sans"/>
                <a:ea typeface="DejaVu Sans"/>
                <a:cs typeface="DejaVu Sans"/>
              </a:defRPr>
            </a:lvl7pPr>
            <a:lvl8pPr>
              <a:defRPr sz="2175" b="1">
                <a:solidFill>
                  <a:srgbClr val="D45B2C"/>
                </a:solidFill>
                <a:latin typeface="DejaVu Sans"/>
                <a:ea typeface="DejaVu Sans"/>
                <a:cs typeface="DejaVu Sans"/>
              </a:defRPr>
            </a:lvl8pPr>
            <a:lvl9pPr>
              <a:defRPr sz="2175" b="1">
                <a:solidFill>
                  <a:srgbClr val="D45B2C"/>
                </a:solidFill>
                <a:latin typeface="DejaVu Sans"/>
                <a:ea typeface="DejaVu Sans"/>
                <a:cs typeface="DejaVu Sans"/>
              </a:defRPr>
            </a:lvl9pPr>
          </a:lstStyle>
          <a:p xmlns:a="http://schemas.openxmlformats.org/drawingml/2006/main">
            <a:pPr>
              <a:defRPr sz="2175" b="1">
                <a:solidFill>
                  <a:srgbClr val="D45B2C"/>
                </a:solidFill>
                <a:latin typeface="DejaVu Sans"/>
                <a:ea typeface="DejaVu Sans"/>
                <a:cs typeface="DejaVu Sans"/>
              </a:defRPr>
            </a:pPr>
            <a:r>
              <a:rPr sz="2175" b="1">
                <a:solidFill>
                  <a:srgbClr val="D45B2C"/>
                </a:solidFill>
                <a:latin typeface="DejaVu Sans"/>
                <a:ea typeface="DejaVu Sans"/>
                <a:cs typeface="DejaVu Sans"/>
              </a:rPr>
              <a:t>Các toán tử: &gt;, &lt;, &gt;=, &lt;=, ==, !=</a:t>
            </a:r>
          </a:p>
        </p:txBody>
      </p:sp>
    </p:spTree>
    <p:extLst>
      <p:ext uri="{BB962C8B-B14F-4D97-AF65-F5344CB8AC3E}">
        <p14:creationId xmlns:p14="http://schemas.microsoft.com/office/powerpoint/2010/main" val="230919147"/>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ext-18">
            <a:extLst xmlns:a="http://schemas.openxmlformats.org/drawingml/2006/main">
              <a:ext uri="{FF2B5EF4-FFF2-40B4-BE49-F238E27FC236}">
                <a16:creationId xmlns:a16="http://schemas.microsoft.com/office/drawing/2014/main" id="{34E9E980-C9AE-4556-926F-3C6FDCE60667}"/>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Kết hợp điều kiện</a:t>
            </a:r>
          </a:p>
        </p:txBody>
      </p:sp>
      <p:sp>
        <p:nvSpPr>
          <p:cNvPr id="2" name="text-19">
            <a:extLst xmlns:a="http://schemas.openxmlformats.org/drawingml/2006/main">
              <a:ext uri="{FF2B5EF4-FFF2-40B4-BE49-F238E27FC236}">
                <a16:creationId xmlns:a16="http://schemas.microsoft.com/office/drawing/2014/main" id="{3A21C05A-7BA9-4601-BD74-C569FF0E30BC}"/>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05</a:t>
            </a:r>
          </a:p>
        </p:txBody>
      </p:sp>
      <p:sp>
        <p:nvSpPr>
          <p:cNvPr id="3" name="text-20">
            <a:extLst xmlns:a="http://schemas.openxmlformats.org/drawingml/2006/main">
              <a:ext uri="{FF2B5EF4-FFF2-40B4-BE49-F238E27FC236}">
                <a16:creationId xmlns:a16="http://schemas.microsoft.com/office/drawing/2014/main" id="{F805EBA1-F018-482A-B8FD-BE8D867B2364}"/>
              </a:ext>
            </a:extLst>
          </p:cNvPr>
          <p:cNvSpPr>
            <a:spLocks xmlns:a="http://schemas.openxmlformats.org/drawingml/2006/main" noGrp="1"/>
          </p:cNvSpPr>
          <p:nvPr/>
        </p:nvSpPr>
        <p:spPr>
          <a:xfrm xmlns:a="http://schemas.openxmlformats.org/drawingml/2006/main">
            <a:off x="647700" y="1838325"/>
            <a:ext cx="4191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B39"/>
                </a:solidFill>
                <a:latin typeface="DejaVu Sans"/>
                <a:ea typeface="DejaVu Sans"/>
                <a:cs typeface="DejaVu Sans"/>
              </a:defRPr>
            </a:defPPr>
            <a:lvl1pPr>
              <a:defRPr sz="2175" b="0">
                <a:solidFill>
                  <a:srgbClr val="172B39"/>
                </a:solidFill>
                <a:latin typeface="DejaVu Sans"/>
                <a:ea typeface="DejaVu Sans"/>
                <a:cs typeface="DejaVu Sans"/>
              </a:defRPr>
            </a:lvl1pPr>
            <a:lvl2pPr>
              <a:defRPr sz="2175" b="0">
                <a:solidFill>
                  <a:srgbClr val="172B39"/>
                </a:solidFill>
                <a:latin typeface="DejaVu Sans"/>
                <a:ea typeface="DejaVu Sans"/>
                <a:cs typeface="DejaVu Sans"/>
              </a:defRPr>
            </a:lvl2pPr>
            <a:lvl3pPr>
              <a:defRPr sz="2175" b="0">
                <a:solidFill>
                  <a:srgbClr val="172B39"/>
                </a:solidFill>
                <a:latin typeface="DejaVu Sans"/>
                <a:ea typeface="DejaVu Sans"/>
                <a:cs typeface="DejaVu Sans"/>
              </a:defRPr>
            </a:lvl3pPr>
            <a:lvl4pPr>
              <a:defRPr sz="2175" b="0">
                <a:solidFill>
                  <a:srgbClr val="172B39"/>
                </a:solidFill>
                <a:latin typeface="DejaVu Sans"/>
                <a:ea typeface="DejaVu Sans"/>
                <a:cs typeface="DejaVu Sans"/>
              </a:defRPr>
            </a:lvl4pPr>
            <a:lvl5pPr>
              <a:defRPr sz="2175" b="0">
                <a:solidFill>
                  <a:srgbClr val="172B39"/>
                </a:solidFill>
                <a:latin typeface="DejaVu Sans"/>
                <a:ea typeface="DejaVu Sans"/>
                <a:cs typeface="DejaVu Sans"/>
              </a:defRPr>
            </a:lvl5pPr>
            <a:lvl6pPr>
              <a:defRPr sz="2175" b="0">
                <a:solidFill>
                  <a:srgbClr val="172B39"/>
                </a:solidFill>
                <a:latin typeface="DejaVu Sans"/>
                <a:ea typeface="DejaVu Sans"/>
                <a:cs typeface="DejaVu Sans"/>
              </a:defRPr>
            </a:lvl6pPr>
            <a:lvl7pPr>
              <a:defRPr sz="2175" b="0">
                <a:solidFill>
                  <a:srgbClr val="172B39"/>
                </a:solidFill>
                <a:latin typeface="DejaVu Sans"/>
                <a:ea typeface="DejaVu Sans"/>
                <a:cs typeface="DejaVu Sans"/>
              </a:defRPr>
            </a:lvl7pPr>
            <a:lvl8pPr>
              <a:defRPr sz="2175" b="0">
                <a:solidFill>
                  <a:srgbClr val="172B39"/>
                </a:solidFill>
                <a:latin typeface="DejaVu Sans"/>
                <a:ea typeface="DejaVu Sans"/>
                <a:cs typeface="DejaVu Sans"/>
              </a:defRPr>
            </a:lvl8pPr>
            <a:lvl9pPr>
              <a:defRPr sz="2175" b="0">
                <a:solidFill>
                  <a:srgbClr val="172B39"/>
                </a:solidFill>
                <a:latin typeface="DejaVu Sans"/>
                <a:ea typeface="DejaVu Sans"/>
                <a:cs typeface="DejaVu Sans"/>
              </a:defRPr>
            </a:lvl9pPr>
          </a:lstStyle>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and: cả hai điều kiện đúng</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or: ít nhất một điều kiện đúng</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not: đảo giá trị Boolean</a:t>
            </a:r>
          </a:p>
        </p:txBody>
      </p:sp>
      <p:sp>
        <p:nvSpPr>
          <p:cNvPr id="4" name="surface-21">
            <a:extLst xmlns:a="http://schemas.openxmlformats.org/drawingml/2006/main">
              <a:ext uri="{FF2B5EF4-FFF2-40B4-BE49-F238E27FC236}">
                <a16:creationId xmlns:a16="http://schemas.microsoft.com/office/drawing/2014/main" id="{9D2DA63A-F7DD-4E43-8CAA-04B1799AEB03}"/>
              </a:ext>
            </a:extLst>
          </p:cNvPr>
          <p:cNvSpPr>
            <a:spLocks xmlns:a="http://schemas.openxmlformats.org/drawingml/2006/main" noGrp="1"/>
          </p:cNvSpPr>
          <p:nvPr/>
        </p:nvSpPr>
        <p:spPr>
          <a:xfrm xmlns:a="http://schemas.openxmlformats.org/drawingml/2006/main">
            <a:off x="5191125" y="1762125"/>
            <a:ext cx="6381750" cy="2171700"/>
          </a:xfrm>
          <a:prstGeom xmlns:a="http://schemas.openxmlformats.org/drawingml/2006/main" prst="rect">
            <a:avLst/>
          </a:prstGeom>
          <a:solidFill xmlns:a="http://schemas.openxmlformats.org/drawingml/2006/main">
            <a:srgbClr val="152B37"/>
          </a:solidFill>
          <a:ln xmlns:a="http://schemas.openxmlformats.org/drawingml/2006/main" w="0">
            <a:noFill/>
            <a:prstDash val="solid"/>
          </a:ln>
        </p:spPr>
      </p:sp>
      <p:sp>
        <p:nvSpPr>
          <p:cNvPr id="5" name="text-22">
            <a:extLst xmlns:a="http://schemas.openxmlformats.org/drawingml/2006/main">
              <a:ext uri="{FF2B5EF4-FFF2-40B4-BE49-F238E27FC236}">
                <a16:creationId xmlns:a16="http://schemas.microsoft.com/office/drawing/2014/main" id="{FB047BB7-9F1C-401F-9AD9-29BFA311C7CB}"/>
              </a:ext>
            </a:extLst>
          </p:cNvPr>
          <p:cNvSpPr>
            <a:spLocks xmlns:a="http://schemas.openxmlformats.org/drawingml/2006/main" noGrp="1"/>
          </p:cNvSpPr>
          <p:nvPr/>
        </p:nvSpPr>
        <p:spPr>
          <a:xfrm xmlns:a="http://schemas.openxmlformats.org/drawingml/2006/main">
            <a:off x="5438775" y="19526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score = 8</a:t>
            </a:r>
          </a:p>
        </p:txBody>
      </p:sp>
      <p:sp>
        <p:nvSpPr>
          <p:cNvPr id="6" name="text-23">
            <a:extLst xmlns:a="http://schemas.openxmlformats.org/drawingml/2006/main">
              <a:ext uri="{FF2B5EF4-FFF2-40B4-BE49-F238E27FC236}">
                <a16:creationId xmlns:a16="http://schemas.microsoft.com/office/drawing/2014/main" id="{90AE9BE0-36D9-4147-BE98-6BF6EA62E19D}"/>
              </a:ext>
            </a:extLst>
          </p:cNvPr>
          <p:cNvSpPr>
            <a:spLocks xmlns:a="http://schemas.openxmlformats.org/drawingml/2006/main" noGrp="1"/>
          </p:cNvSpPr>
          <p:nvPr/>
        </p:nvSpPr>
        <p:spPr>
          <a:xfrm xmlns:a="http://schemas.openxmlformats.org/drawingml/2006/main">
            <a:off x="5438775" y="24003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print(score &gt;= 0 and score &lt;= 10)</a:t>
            </a:r>
          </a:p>
        </p:txBody>
      </p:sp>
      <p:sp>
        <p:nvSpPr>
          <p:cNvPr id="7" name="text-24">
            <a:extLst xmlns:a="http://schemas.openxmlformats.org/drawingml/2006/main">
              <a:ext uri="{FF2B5EF4-FFF2-40B4-BE49-F238E27FC236}">
                <a16:creationId xmlns:a16="http://schemas.microsoft.com/office/drawing/2014/main" id="{3AA71945-539B-49B5-BAF5-42E315F4F259}"/>
              </a:ext>
            </a:extLst>
          </p:cNvPr>
          <p:cNvSpPr>
            <a:spLocks xmlns:a="http://schemas.openxmlformats.org/drawingml/2006/main" noGrp="1"/>
          </p:cNvSpPr>
          <p:nvPr/>
        </p:nvSpPr>
        <p:spPr>
          <a:xfrm xmlns:a="http://schemas.openxmlformats.org/drawingml/2006/main">
            <a:off x="5438775" y="28479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print(score &lt; 0 or score &gt; 10)</a:t>
            </a:r>
          </a:p>
        </p:txBody>
      </p:sp>
      <p:sp>
        <p:nvSpPr>
          <p:cNvPr id="8" name="text-25">
            <a:extLst xmlns:a="http://schemas.openxmlformats.org/drawingml/2006/main">
              <a:ext uri="{FF2B5EF4-FFF2-40B4-BE49-F238E27FC236}">
                <a16:creationId xmlns:a16="http://schemas.microsoft.com/office/drawing/2014/main" id="{592006C7-F61E-41D9-9729-D3975C225232}"/>
              </a:ext>
            </a:extLst>
          </p:cNvPr>
          <p:cNvSpPr>
            <a:spLocks xmlns:a="http://schemas.openxmlformats.org/drawingml/2006/main" noGrp="1"/>
          </p:cNvSpPr>
          <p:nvPr/>
        </p:nvSpPr>
        <p:spPr>
          <a:xfrm xmlns:a="http://schemas.openxmlformats.org/drawingml/2006/main">
            <a:off x="5438775" y="329565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print(not (score &gt;= 5))</a:t>
            </a:r>
          </a:p>
        </p:txBody>
      </p:sp>
    </p:spTree>
    <p:extLst>
      <p:ext uri="{BB962C8B-B14F-4D97-AF65-F5344CB8AC3E}">
        <p14:creationId xmlns:p14="http://schemas.microsoft.com/office/powerpoint/2010/main" val="104701360"/>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ext-26">
            <a:extLst xmlns:a="http://schemas.openxmlformats.org/drawingml/2006/main">
              <a:ext uri="{FF2B5EF4-FFF2-40B4-BE49-F238E27FC236}">
                <a16:creationId xmlns:a16="http://schemas.microsoft.com/office/drawing/2014/main" id="{E5984A48-1B15-4B0D-B73A-F17AE766591D}"/>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Một nhánh if</a:t>
            </a:r>
          </a:p>
        </p:txBody>
      </p:sp>
      <p:sp>
        <p:nvSpPr>
          <p:cNvPr id="2" name="text-27">
            <a:extLst xmlns:a="http://schemas.openxmlformats.org/drawingml/2006/main">
              <a:ext uri="{FF2B5EF4-FFF2-40B4-BE49-F238E27FC236}">
                <a16:creationId xmlns:a16="http://schemas.microsoft.com/office/drawing/2014/main" id="{C6672BED-A359-4718-9E46-53C4C33B8373}"/>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06</a:t>
            </a:r>
          </a:p>
        </p:txBody>
      </p:sp>
      <p:sp>
        <p:nvSpPr>
          <p:cNvPr id="3" name="text-28">
            <a:extLst xmlns:a="http://schemas.openxmlformats.org/drawingml/2006/main">
              <a:ext uri="{FF2B5EF4-FFF2-40B4-BE49-F238E27FC236}">
                <a16:creationId xmlns:a16="http://schemas.microsoft.com/office/drawing/2014/main" id="{829E84F3-C76A-4FD3-BD30-747641A0D732}"/>
              </a:ext>
            </a:extLst>
          </p:cNvPr>
          <p:cNvSpPr>
            <a:spLocks xmlns:a="http://schemas.openxmlformats.org/drawingml/2006/main" noGrp="1"/>
          </p:cNvSpPr>
          <p:nvPr/>
        </p:nvSpPr>
        <p:spPr>
          <a:xfrm xmlns:a="http://schemas.openxmlformats.org/drawingml/2006/main">
            <a:off x="647700" y="1838325"/>
            <a:ext cx="4191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B39"/>
                </a:solidFill>
                <a:latin typeface="DejaVu Sans"/>
                <a:ea typeface="DejaVu Sans"/>
                <a:cs typeface="DejaVu Sans"/>
              </a:defRPr>
            </a:defPPr>
            <a:lvl1pPr>
              <a:defRPr sz="2175" b="0">
                <a:solidFill>
                  <a:srgbClr val="172B39"/>
                </a:solidFill>
                <a:latin typeface="DejaVu Sans"/>
                <a:ea typeface="DejaVu Sans"/>
                <a:cs typeface="DejaVu Sans"/>
              </a:defRPr>
            </a:lvl1pPr>
            <a:lvl2pPr>
              <a:defRPr sz="2175" b="0">
                <a:solidFill>
                  <a:srgbClr val="172B39"/>
                </a:solidFill>
                <a:latin typeface="DejaVu Sans"/>
                <a:ea typeface="DejaVu Sans"/>
                <a:cs typeface="DejaVu Sans"/>
              </a:defRPr>
            </a:lvl2pPr>
            <a:lvl3pPr>
              <a:defRPr sz="2175" b="0">
                <a:solidFill>
                  <a:srgbClr val="172B39"/>
                </a:solidFill>
                <a:latin typeface="DejaVu Sans"/>
                <a:ea typeface="DejaVu Sans"/>
                <a:cs typeface="DejaVu Sans"/>
              </a:defRPr>
            </a:lvl3pPr>
            <a:lvl4pPr>
              <a:defRPr sz="2175" b="0">
                <a:solidFill>
                  <a:srgbClr val="172B39"/>
                </a:solidFill>
                <a:latin typeface="DejaVu Sans"/>
                <a:ea typeface="DejaVu Sans"/>
                <a:cs typeface="DejaVu Sans"/>
              </a:defRPr>
            </a:lvl4pPr>
            <a:lvl5pPr>
              <a:defRPr sz="2175" b="0">
                <a:solidFill>
                  <a:srgbClr val="172B39"/>
                </a:solidFill>
                <a:latin typeface="DejaVu Sans"/>
                <a:ea typeface="DejaVu Sans"/>
                <a:cs typeface="DejaVu Sans"/>
              </a:defRPr>
            </a:lvl5pPr>
            <a:lvl6pPr>
              <a:defRPr sz="2175" b="0">
                <a:solidFill>
                  <a:srgbClr val="172B39"/>
                </a:solidFill>
                <a:latin typeface="DejaVu Sans"/>
                <a:ea typeface="DejaVu Sans"/>
                <a:cs typeface="DejaVu Sans"/>
              </a:defRPr>
            </a:lvl6pPr>
            <a:lvl7pPr>
              <a:defRPr sz="2175" b="0">
                <a:solidFill>
                  <a:srgbClr val="172B39"/>
                </a:solidFill>
                <a:latin typeface="DejaVu Sans"/>
                <a:ea typeface="DejaVu Sans"/>
                <a:cs typeface="DejaVu Sans"/>
              </a:defRPr>
            </a:lvl7pPr>
            <a:lvl8pPr>
              <a:defRPr sz="2175" b="0">
                <a:solidFill>
                  <a:srgbClr val="172B39"/>
                </a:solidFill>
                <a:latin typeface="DejaVu Sans"/>
                <a:ea typeface="DejaVu Sans"/>
                <a:cs typeface="DejaVu Sans"/>
              </a:defRPr>
            </a:lvl8pPr>
            <a:lvl9pPr>
              <a:defRPr sz="2175" b="0">
                <a:solidFill>
                  <a:srgbClr val="172B39"/>
                </a:solidFill>
                <a:latin typeface="DejaVu Sans"/>
                <a:ea typeface="DejaVu Sans"/>
                <a:cs typeface="DejaVu Sans"/>
              </a:defRPr>
            </a:lvl9pPr>
          </a:lstStyle>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Khối thụt lề chạy khi điều kiện đúng.</a:t>
            </a:r>
          </a:p>
          <a:p xmlns:a="http://schemas.openxmlformats.org/drawingml/2006/main">
            <a:r>
              <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Dòng sau khối tiếp tục chạy bình thường.</a:t>
            </a:r>
          </a:p>
        </p:txBody>
      </p:sp>
      <p:sp>
        <p:nvSpPr>
          <p:cNvPr id="4" name="surface-29">
            <a:extLst xmlns:a="http://schemas.openxmlformats.org/drawingml/2006/main">
              <a:ext uri="{FF2B5EF4-FFF2-40B4-BE49-F238E27FC236}">
                <a16:creationId xmlns:a16="http://schemas.microsoft.com/office/drawing/2014/main" id="{642AA30E-DC36-47B7-A46B-5F10DA30792E}"/>
              </a:ext>
            </a:extLst>
          </p:cNvPr>
          <p:cNvSpPr>
            <a:spLocks xmlns:a="http://schemas.openxmlformats.org/drawingml/2006/main" noGrp="1"/>
          </p:cNvSpPr>
          <p:nvPr/>
        </p:nvSpPr>
        <p:spPr>
          <a:xfrm xmlns:a="http://schemas.openxmlformats.org/drawingml/2006/main">
            <a:off x="5191125" y="1762125"/>
            <a:ext cx="6381750" cy="2171700"/>
          </a:xfrm>
          <a:prstGeom xmlns:a="http://schemas.openxmlformats.org/drawingml/2006/main" prst="rect">
            <a:avLst/>
          </a:prstGeom>
          <a:solidFill xmlns:a="http://schemas.openxmlformats.org/drawingml/2006/main">
            <a:srgbClr val="152B37"/>
          </a:solidFill>
          <a:ln xmlns:a="http://schemas.openxmlformats.org/drawingml/2006/main" w="0">
            <a:noFill/>
            <a:prstDash val="solid"/>
          </a:ln>
        </p:spPr>
      </p:sp>
      <p:sp>
        <p:nvSpPr>
          <p:cNvPr id="5" name="text-30">
            <a:extLst xmlns:a="http://schemas.openxmlformats.org/drawingml/2006/main">
              <a:ext uri="{FF2B5EF4-FFF2-40B4-BE49-F238E27FC236}">
                <a16:creationId xmlns:a16="http://schemas.microsoft.com/office/drawing/2014/main" id="{0C55C9A2-3223-47F7-8718-B9D0744788AA}"/>
              </a:ext>
            </a:extLst>
          </p:cNvPr>
          <p:cNvSpPr>
            <a:spLocks xmlns:a="http://schemas.openxmlformats.org/drawingml/2006/main" noGrp="1"/>
          </p:cNvSpPr>
          <p:nvPr/>
        </p:nvSpPr>
        <p:spPr>
          <a:xfrm xmlns:a="http://schemas.openxmlformats.org/drawingml/2006/main">
            <a:off x="5438775" y="19526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score = 7</a:t>
            </a:r>
          </a:p>
        </p:txBody>
      </p:sp>
      <p:sp>
        <p:nvSpPr>
          <p:cNvPr id="6" name="text-31">
            <a:extLst xmlns:a="http://schemas.openxmlformats.org/drawingml/2006/main">
              <a:ext uri="{FF2B5EF4-FFF2-40B4-BE49-F238E27FC236}">
                <a16:creationId xmlns:a16="http://schemas.microsoft.com/office/drawing/2014/main" id="{1D127733-A56A-40B0-8978-832B6C1A5824}"/>
              </a:ext>
            </a:extLst>
          </p:cNvPr>
          <p:cNvSpPr>
            <a:spLocks xmlns:a="http://schemas.openxmlformats.org/drawingml/2006/main" noGrp="1"/>
          </p:cNvSpPr>
          <p:nvPr/>
        </p:nvSpPr>
        <p:spPr>
          <a:xfrm xmlns:a="http://schemas.openxmlformats.org/drawingml/2006/main">
            <a:off x="5438775" y="24003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if score &gt;= 5:</a:t>
            </a:r>
          </a:p>
        </p:txBody>
      </p:sp>
      <p:sp>
        <p:nvSpPr>
          <p:cNvPr id="7" name="text-32">
            <a:extLst xmlns:a="http://schemas.openxmlformats.org/drawingml/2006/main">
              <a:ext uri="{FF2B5EF4-FFF2-40B4-BE49-F238E27FC236}">
                <a16:creationId xmlns:a16="http://schemas.microsoft.com/office/drawing/2014/main" id="{02CAAF26-6D58-4DB7-9FC2-760EA8DCA887}"/>
              </a:ext>
            </a:extLst>
          </p:cNvPr>
          <p:cNvSpPr>
            <a:spLocks xmlns:a="http://schemas.openxmlformats.org/drawingml/2006/main" noGrp="1"/>
          </p:cNvSpPr>
          <p:nvPr/>
        </p:nvSpPr>
        <p:spPr>
          <a:xfrm xmlns:a="http://schemas.openxmlformats.org/drawingml/2006/main">
            <a:off x="5438775" y="28479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print("Đạt")</a:t>
            </a:r>
          </a:p>
        </p:txBody>
      </p:sp>
      <p:sp>
        <p:nvSpPr>
          <p:cNvPr id="8" name="text-33">
            <a:extLst xmlns:a="http://schemas.openxmlformats.org/drawingml/2006/main">
              <a:ext uri="{FF2B5EF4-FFF2-40B4-BE49-F238E27FC236}">
                <a16:creationId xmlns:a16="http://schemas.microsoft.com/office/drawing/2014/main" id="{E770EFF7-4483-4C0F-AF09-B7371E430262}"/>
              </a:ext>
            </a:extLst>
          </p:cNvPr>
          <p:cNvSpPr>
            <a:spLocks xmlns:a="http://schemas.openxmlformats.org/drawingml/2006/main" noGrp="1"/>
          </p:cNvSpPr>
          <p:nvPr/>
        </p:nvSpPr>
        <p:spPr>
          <a:xfrm xmlns:a="http://schemas.openxmlformats.org/drawingml/2006/main">
            <a:off x="5438775" y="329565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print("Đã kiểm tra")</a:t>
            </a:r>
          </a:p>
        </p:txBody>
      </p:sp>
    </p:spTree>
    <p:extLst>
      <p:ext uri="{BB962C8B-B14F-4D97-AF65-F5344CB8AC3E}">
        <p14:creationId xmlns:p14="http://schemas.microsoft.com/office/powerpoint/2010/main" val="1056489065"/>
      </p:ext>
    </p:extLst>
  </p:cSld>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1" name="text-34">
            <a:extLst xmlns:a="http://schemas.openxmlformats.org/drawingml/2006/main">
              <a:ext uri="{FF2B5EF4-FFF2-40B4-BE49-F238E27FC236}">
                <a16:creationId xmlns:a16="http://schemas.microsoft.com/office/drawing/2014/main" id="{8C650FFB-8396-4338-A903-67469AB97B00}"/>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Hai nhánh if / else</a:t>
            </a:r>
          </a:p>
        </p:txBody>
      </p:sp>
      <p:sp>
        <p:nvSpPr>
          <p:cNvPr id="2" name="text-35">
            <a:extLst xmlns:a="http://schemas.openxmlformats.org/drawingml/2006/main">
              <a:ext uri="{FF2B5EF4-FFF2-40B4-BE49-F238E27FC236}">
                <a16:creationId xmlns:a16="http://schemas.microsoft.com/office/drawing/2014/main" id="{70B4C9B3-1E34-4285-809F-4A4FF472C87C}"/>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07</a:t>
            </a:r>
          </a:p>
        </p:txBody>
      </p:sp>
      <p:sp>
        <p:nvSpPr>
          <p:cNvPr id="3" name="text-36">
            <a:extLst xmlns:a="http://schemas.openxmlformats.org/drawingml/2006/main">
              <a:ext uri="{FF2B5EF4-FFF2-40B4-BE49-F238E27FC236}">
                <a16:creationId xmlns:a16="http://schemas.microsoft.com/office/drawing/2014/main" id="{6358B722-BF27-467C-8E9D-8C5C34D817FF}"/>
              </a:ext>
            </a:extLst>
          </p:cNvPr>
          <p:cNvSpPr>
            <a:spLocks xmlns:a="http://schemas.openxmlformats.org/drawingml/2006/main" noGrp="1"/>
          </p:cNvSpPr>
          <p:nvPr/>
        </p:nvSpPr>
        <p:spPr>
          <a:xfrm xmlns:a="http://schemas.openxmlformats.org/drawingml/2006/main">
            <a:off x="647700" y="1838325"/>
            <a:ext cx="4191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B39"/>
                </a:solidFill>
                <a:latin typeface="DejaVu Sans"/>
                <a:ea typeface="DejaVu Sans"/>
                <a:cs typeface="DejaVu Sans"/>
              </a:defRPr>
            </a:defPPr>
            <a:lvl1pPr>
              <a:defRPr sz="2175" b="0">
                <a:solidFill>
                  <a:srgbClr val="172B39"/>
                </a:solidFill>
                <a:latin typeface="DejaVu Sans"/>
                <a:ea typeface="DejaVu Sans"/>
                <a:cs typeface="DejaVu Sans"/>
              </a:defRPr>
            </a:lvl1pPr>
            <a:lvl2pPr>
              <a:defRPr sz="2175" b="0">
                <a:solidFill>
                  <a:srgbClr val="172B39"/>
                </a:solidFill>
                <a:latin typeface="DejaVu Sans"/>
                <a:ea typeface="DejaVu Sans"/>
                <a:cs typeface="DejaVu Sans"/>
              </a:defRPr>
            </a:lvl2pPr>
            <a:lvl3pPr>
              <a:defRPr sz="2175" b="0">
                <a:solidFill>
                  <a:srgbClr val="172B39"/>
                </a:solidFill>
                <a:latin typeface="DejaVu Sans"/>
                <a:ea typeface="DejaVu Sans"/>
                <a:cs typeface="DejaVu Sans"/>
              </a:defRPr>
            </a:lvl3pPr>
            <a:lvl4pPr>
              <a:defRPr sz="2175" b="0">
                <a:solidFill>
                  <a:srgbClr val="172B39"/>
                </a:solidFill>
                <a:latin typeface="DejaVu Sans"/>
                <a:ea typeface="DejaVu Sans"/>
                <a:cs typeface="DejaVu Sans"/>
              </a:defRPr>
            </a:lvl4pPr>
            <a:lvl5pPr>
              <a:defRPr sz="2175" b="0">
                <a:solidFill>
                  <a:srgbClr val="172B39"/>
                </a:solidFill>
                <a:latin typeface="DejaVu Sans"/>
                <a:ea typeface="DejaVu Sans"/>
                <a:cs typeface="DejaVu Sans"/>
              </a:defRPr>
            </a:lvl5pPr>
            <a:lvl6pPr>
              <a:defRPr sz="2175" b="0">
                <a:solidFill>
                  <a:srgbClr val="172B39"/>
                </a:solidFill>
                <a:latin typeface="DejaVu Sans"/>
                <a:ea typeface="DejaVu Sans"/>
                <a:cs typeface="DejaVu Sans"/>
              </a:defRPr>
            </a:lvl6pPr>
            <a:lvl7pPr>
              <a:defRPr sz="2175" b="0">
                <a:solidFill>
                  <a:srgbClr val="172B39"/>
                </a:solidFill>
                <a:latin typeface="DejaVu Sans"/>
                <a:ea typeface="DejaVu Sans"/>
                <a:cs typeface="DejaVu Sans"/>
              </a:defRPr>
            </a:lvl7pPr>
            <a:lvl8pPr>
              <a:defRPr sz="2175" b="0">
                <a:solidFill>
                  <a:srgbClr val="172B39"/>
                </a:solidFill>
                <a:latin typeface="DejaVu Sans"/>
                <a:ea typeface="DejaVu Sans"/>
                <a:cs typeface="DejaVu Sans"/>
              </a:defRPr>
            </a:lvl8pPr>
            <a:lvl9pPr>
              <a:defRPr sz="2175" b="0">
                <a:solidFill>
                  <a:srgbClr val="172B39"/>
                </a:solidFill>
                <a:latin typeface="DejaVu Sans"/>
                <a:ea typeface="DejaVu Sans"/>
                <a:cs typeface="DejaVu Sans"/>
              </a:defRPr>
            </a:lvl9pPr>
          </a:lstStyle>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Mỗi lần chạy chọn một trong hai nhánh.</a:t>
            </a:r>
          </a:p>
          <a:p xmlns:a="http://schemas.openxmlformats.org/drawingml/2006/main">
            <a:r>
              <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Thử score = 5 và score = 4.9.</a:t>
            </a:r>
          </a:p>
        </p:txBody>
      </p:sp>
      <p:sp>
        <p:nvSpPr>
          <p:cNvPr id="4" name="surface-37">
            <a:extLst xmlns:a="http://schemas.openxmlformats.org/drawingml/2006/main">
              <a:ext uri="{FF2B5EF4-FFF2-40B4-BE49-F238E27FC236}">
                <a16:creationId xmlns:a16="http://schemas.microsoft.com/office/drawing/2014/main" id="{39107A5A-AA83-4F34-B5F9-A5FEE080D317}"/>
              </a:ext>
            </a:extLst>
          </p:cNvPr>
          <p:cNvSpPr>
            <a:spLocks xmlns:a="http://schemas.openxmlformats.org/drawingml/2006/main" noGrp="1"/>
          </p:cNvSpPr>
          <p:nvPr/>
        </p:nvSpPr>
        <p:spPr>
          <a:xfrm xmlns:a="http://schemas.openxmlformats.org/drawingml/2006/main">
            <a:off x="5191125" y="1762125"/>
            <a:ext cx="6381750" cy="3067050"/>
          </a:xfrm>
          <a:prstGeom xmlns:a="http://schemas.openxmlformats.org/drawingml/2006/main" prst="rect">
            <a:avLst/>
          </a:prstGeom>
          <a:solidFill xmlns:a="http://schemas.openxmlformats.org/drawingml/2006/main">
            <a:srgbClr val="152B37"/>
          </a:solidFill>
          <a:ln xmlns:a="http://schemas.openxmlformats.org/drawingml/2006/main" w="0">
            <a:noFill/>
            <a:prstDash val="solid"/>
          </a:ln>
        </p:spPr>
      </p:sp>
      <p:sp>
        <p:nvSpPr>
          <p:cNvPr id="5" name="text-38">
            <a:extLst xmlns:a="http://schemas.openxmlformats.org/drawingml/2006/main">
              <a:ext uri="{FF2B5EF4-FFF2-40B4-BE49-F238E27FC236}">
                <a16:creationId xmlns:a16="http://schemas.microsoft.com/office/drawing/2014/main" id="{BD196FC1-C283-447F-97A2-DDCC5564CEFB}"/>
              </a:ext>
            </a:extLst>
          </p:cNvPr>
          <p:cNvSpPr>
            <a:spLocks xmlns:a="http://schemas.openxmlformats.org/drawingml/2006/main" noGrp="1"/>
          </p:cNvSpPr>
          <p:nvPr/>
        </p:nvSpPr>
        <p:spPr>
          <a:xfrm xmlns:a="http://schemas.openxmlformats.org/drawingml/2006/main">
            <a:off x="5438775" y="19526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score = 4.5</a:t>
            </a:r>
          </a:p>
        </p:txBody>
      </p:sp>
      <p:sp>
        <p:nvSpPr>
          <p:cNvPr id="6" name="text-39">
            <a:extLst xmlns:a="http://schemas.openxmlformats.org/drawingml/2006/main">
              <a:ext uri="{FF2B5EF4-FFF2-40B4-BE49-F238E27FC236}">
                <a16:creationId xmlns:a16="http://schemas.microsoft.com/office/drawing/2014/main" id="{F6C18339-47AE-482E-A3D4-E9975B66E008}"/>
              </a:ext>
            </a:extLst>
          </p:cNvPr>
          <p:cNvSpPr>
            <a:spLocks xmlns:a="http://schemas.openxmlformats.org/drawingml/2006/main" noGrp="1"/>
          </p:cNvSpPr>
          <p:nvPr/>
        </p:nvSpPr>
        <p:spPr>
          <a:xfrm xmlns:a="http://schemas.openxmlformats.org/drawingml/2006/main">
            <a:off x="5438775" y="24003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if score &gt;= 5:</a:t>
            </a:r>
          </a:p>
        </p:txBody>
      </p:sp>
      <p:sp>
        <p:nvSpPr>
          <p:cNvPr id="7" name="text-40">
            <a:extLst xmlns:a="http://schemas.openxmlformats.org/drawingml/2006/main">
              <a:ext uri="{FF2B5EF4-FFF2-40B4-BE49-F238E27FC236}">
                <a16:creationId xmlns:a16="http://schemas.microsoft.com/office/drawing/2014/main" id="{F6650568-5259-4887-94D1-1364B5B8EDCF}"/>
              </a:ext>
            </a:extLst>
          </p:cNvPr>
          <p:cNvSpPr>
            <a:spLocks xmlns:a="http://schemas.openxmlformats.org/drawingml/2006/main" noGrp="1"/>
          </p:cNvSpPr>
          <p:nvPr/>
        </p:nvSpPr>
        <p:spPr>
          <a:xfrm xmlns:a="http://schemas.openxmlformats.org/drawingml/2006/main">
            <a:off x="5438775" y="28479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result = "Đạt"</a:t>
            </a:r>
          </a:p>
        </p:txBody>
      </p:sp>
      <p:sp>
        <p:nvSpPr>
          <p:cNvPr id="8" name="text-41">
            <a:extLst xmlns:a="http://schemas.openxmlformats.org/drawingml/2006/main">
              <a:ext uri="{FF2B5EF4-FFF2-40B4-BE49-F238E27FC236}">
                <a16:creationId xmlns:a16="http://schemas.microsoft.com/office/drawing/2014/main" id="{821A87B1-8D48-4AD2-AFA0-5ACDE072832E}"/>
              </a:ext>
            </a:extLst>
          </p:cNvPr>
          <p:cNvSpPr>
            <a:spLocks xmlns:a="http://schemas.openxmlformats.org/drawingml/2006/main" noGrp="1"/>
          </p:cNvSpPr>
          <p:nvPr/>
        </p:nvSpPr>
        <p:spPr>
          <a:xfrm xmlns:a="http://schemas.openxmlformats.org/drawingml/2006/main">
            <a:off x="5438775" y="329565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else:</a:t>
            </a:r>
          </a:p>
        </p:txBody>
      </p:sp>
      <p:sp>
        <p:nvSpPr>
          <p:cNvPr id="9" name="text-42">
            <a:extLst xmlns:a="http://schemas.openxmlformats.org/drawingml/2006/main">
              <a:ext uri="{FF2B5EF4-FFF2-40B4-BE49-F238E27FC236}">
                <a16:creationId xmlns:a16="http://schemas.microsoft.com/office/drawing/2014/main" id="{EB752E2D-2DA5-4633-9BAA-23DF8795DB0C}"/>
              </a:ext>
            </a:extLst>
          </p:cNvPr>
          <p:cNvSpPr>
            <a:spLocks xmlns:a="http://schemas.openxmlformats.org/drawingml/2006/main" noGrp="1"/>
          </p:cNvSpPr>
          <p:nvPr/>
        </p:nvSpPr>
        <p:spPr>
          <a:xfrm xmlns:a="http://schemas.openxmlformats.org/drawingml/2006/main">
            <a:off x="5438775" y="37433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result = "Chưa đạt"</a:t>
            </a:r>
          </a:p>
        </p:txBody>
      </p:sp>
      <p:sp>
        <p:nvSpPr>
          <p:cNvPr id="10" name="text-43">
            <a:extLst xmlns:a="http://schemas.openxmlformats.org/drawingml/2006/main">
              <a:ext uri="{FF2B5EF4-FFF2-40B4-BE49-F238E27FC236}">
                <a16:creationId xmlns:a16="http://schemas.microsoft.com/office/drawing/2014/main" id="{2E5F97D8-D9D6-4423-9FAE-298B1134F0C2}"/>
              </a:ext>
            </a:extLst>
          </p:cNvPr>
          <p:cNvSpPr>
            <a:spLocks xmlns:a="http://schemas.openxmlformats.org/drawingml/2006/main" noGrp="1"/>
          </p:cNvSpPr>
          <p:nvPr/>
        </p:nvSpPr>
        <p:spPr>
          <a:xfrm xmlns:a="http://schemas.openxmlformats.org/drawingml/2006/main">
            <a:off x="5438775" y="41910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print(result)</a:t>
            </a:r>
          </a:p>
        </p:txBody>
      </p:sp>
    </p:spTree>
    <p:extLst>
      <p:ext uri="{BB962C8B-B14F-4D97-AF65-F5344CB8AC3E}">
        <p14:creationId xmlns:p14="http://schemas.microsoft.com/office/powerpoint/2010/main" val="762801195"/>
      </p:ext>
    </p:extLst>
  </p:cSld>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3" name="text-44">
            <a:extLst xmlns:a="http://schemas.openxmlformats.org/drawingml/2006/main">
              <a:ext uri="{FF2B5EF4-FFF2-40B4-BE49-F238E27FC236}">
                <a16:creationId xmlns:a16="http://schemas.microsoft.com/office/drawing/2014/main" id="{C93B2F3B-6DB5-454D-B78B-7A4275F1F12E}"/>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Nhiều mức với elif</a:t>
            </a:r>
          </a:p>
        </p:txBody>
      </p:sp>
      <p:sp>
        <p:nvSpPr>
          <p:cNvPr id="2" name="text-45">
            <a:extLst xmlns:a="http://schemas.openxmlformats.org/drawingml/2006/main">
              <a:ext uri="{FF2B5EF4-FFF2-40B4-BE49-F238E27FC236}">
                <a16:creationId xmlns:a16="http://schemas.microsoft.com/office/drawing/2014/main" id="{7EEA4550-A40E-4264-9F1C-9AFA1AAF794C}"/>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08</a:t>
            </a:r>
          </a:p>
        </p:txBody>
      </p:sp>
      <p:sp>
        <p:nvSpPr>
          <p:cNvPr id="3" name="text-46">
            <a:extLst xmlns:a="http://schemas.openxmlformats.org/drawingml/2006/main">
              <a:ext uri="{FF2B5EF4-FFF2-40B4-BE49-F238E27FC236}">
                <a16:creationId xmlns:a16="http://schemas.microsoft.com/office/drawing/2014/main" id="{9B30374A-0668-4FF8-BEEC-24F2DF4157AF}"/>
              </a:ext>
            </a:extLst>
          </p:cNvPr>
          <p:cNvSpPr>
            <a:spLocks xmlns:a="http://schemas.openxmlformats.org/drawingml/2006/main" noGrp="1"/>
          </p:cNvSpPr>
          <p:nvPr/>
        </p:nvSpPr>
        <p:spPr>
          <a:xfrm xmlns:a="http://schemas.openxmlformats.org/drawingml/2006/main">
            <a:off x="647700" y="1838325"/>
            <a:ext cx="4191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B39"/>
                </a:solidFill>
                <a:latin typeface="DejaVu Sans"/>
                <a:ea typeface="DejaVu Sans"/>
                <a:cs typeface="DejaVu Sans"/>
              </a:defRPr>
            </a:defPPr>
            <a:lvl1pPr>
              <a:defRPr sz="2175" b="0">
                <a:solidFill>
                  <a:srgbClr val="172B39"/>
                </a:solidFill>
                <a:latin typeface="DejaVu Sans"/>
                <a:ea typeface="DejaVu Sans"/>
                <a:cs typeface="DejaVu Sans"/>
              </a:defRPr>
            </a:lvl1pPr>
            <a:lvl2pPr>
              <a:defRPr sz="2175" b="0">
                <a:solidFill>
                  <a:srgbClr val="172B39"/>
                </a:solidFill>
                <a:latin typeface="DejaVu Sans"/>
                <a:ea typeface="DejaVu Sans"/>
                <a:cs typeface="DejaVu Sans"/>
              </a:defRPr>
            </a:lvl2pPr>
            <a:lvl3pPr>
              <a:defRPr sz="2175" b="0">
                <a:solidFill>
                  <a:srgbClr val="172B39"/>
                </a:solidFill>
                <a:latin typeface="DejaVu Sans"/>
                <a:ea typeface="DejaVu Sans"/>
                <a:cs typeface="DejaVu Sans"/>
              </a:defRPr>
            </a:lvl3pPr>
            <a:lvl4pPr>
              <a:defRPr sz="2175" b="0">
                <a:solidFill>
                  <a:srgbClr val="172B39"/>
                </a:solidFill>
                <a:latin typeface="DejaVu Sans"/>
                <a:ea typeface="DejaVu Sans"/>
                <a:cs typeface="DejaVu Sans"/>
              </a:defRPr>
            </a:lvl4pPr>
            <a:lvl5pPr>
              <a:defRPr sz="2175" b="0">
                <a:solidFill>
                  <a:srgbClr val="172B39"/>
                </a:solidFill>
                <a:latin typeface="DejaVu Sans"/>
                <a:ea typeface="DejaVu Sans"/>
                <a:cs typeface="DejaVu Sans"/>
              </a:defRPr>
            </a:lvl5pPr>
            <a:lvl6pPr>
              <a:defRPr sz="2175" b="0">
                <a:solidFill>
                  <a:srgbClr val="172B39"/>
                </a:solidFill>
                <a:latin typeface="DejaVu Sans"/>
                <a:ea typeface="DejaVu Sans"/>
                <a:cs typeface="DejaVu Sans"/>
              </a:defRPr>
            </a:lvl6pPr>
            <a:lvl7pPr>
              <a:defRPr sz="2175" b="0">
                <a:solidFill>
                  <a:srgbClr val="172B39"/>
                </a:solidFill>
                <a:latin typeface="DejaVu Sans"/>
                <a:ea typeface="DejaVu Sans"/>
                <a:cs typeface="DejaVu Sans"/>
              </a:defRPr>
            </a:lvl7pPr>
            <a:lvl8pPr>
              <a:defRPr sz="2175" b="0">
                <a:solidFill>
                  <a:srgbClr val="172B39"/>
                </a:solidFill>
                <a:latin typeface="DejaVu Sans"/>
                <a:ea typeface="DejaVu Sans"/>
                <a:cs typeface="DejaVu Sans"/>
              </a:defRPr>
            </a:lvl8pPr>
            <a:lvl9pPr>
              <a:defRPr sz="2175" b="0">
                <a:solidFill>
                  <a:srgbClr val="172B39"/>
                </a:solidFill>
                <a:latin typeface="DejaVu Sans"/>
                <a:ea typeface="DejaVu Sans"/>
                <a:cs typeface="DejaVu Sans"/>
              </a:defRPr>
            </a:lvl9pPr>
          </a:lstStyle>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Xét từ trên xuống.</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Dừng xét chuỗi nhánh khi gặp điều kiện đúng đầu tiên.</a:t>
            </a:r>
          </a:p>
        </p:txBody>
      </p:sp>
      <p:sp>
        <p:nvSpPr>
          <p:cNvPr id="4" name="surface-47">
            <a:extLst xmlns:a="http://schemas.openxmlformats.org/drawingml/2006/main">
              <a:ext uri="{FF2B5EF4-FFF2-40B4-BE49-F238E27FC236}">
                <a16:creationId xmlns:a16="http://schemas.microsoft.com/office/drawing/2014/main" id="{785F2B59-68D4-4BF9-B0FD-6C00C6A3D619}"/>
              </a:ext>
            </a:extLst>
          </p:cNvPr>
          <p:cNvSpPr>
            <a:spLocks xmlns:a="http://schemas.openxmlformats.org/drawingml/2006/main" noGrp="1"/>
          </p:cNvSpPr>
          <p:nvPr/>
        </p:nvSpPr>
        <p:spPr>
          <a:xfrm xmlns:a="http://schemas.openxmlformats.org/drawingml/2006/main">
            <a:off x="5191125" y="1762125"/>
            <a:ext cx="6381750" cy="3962400"/>
          </a:xfrm>
          <a:prstGeom xmlns:a="http://schemas.openxmlformats.org/drawingml/2006/main" prst="rect">
            <a:avLst/>
          </a:prstGeom>
          <a:solidFill xmlns:a="http://schemas.openxmlformats.org/drawingml/2006/main">
            <a:srgbClr val="152B37"/>
          </a:solidFill>
          <a:ln xmlns:a="http://schemas.openxmlformats.org/drawingml/2006/main" w="0">
            <a:noFill/>
            <a:prstDash val="solid"/>
          </a:ln>
        </p:spPr>
      </p:sp>
      <p:sp>
        <p:nvSpPr>
          <p:cNvPr id="5" name="text-48">
            <a:extLst xmlns:a="http://schemas.openxmlformats.org/drawingml/2006/main">
              <a:ext uri="{FF2B5EF4-FFF2-40B4-BE49-F238E27FC236}">
                <a16:creationId xmlns:a16="http://schemas.microsoft.com/office/drawing/2014/main" id="{42A46C93-0F1E-4203-AAC5-8505A453E219}"/>
              </a:ext>
            </a:extLst>
          </p:cNvPr>
          <p:cNvSpPr>
            <a:spLocks xmlns:a="http://schemas.openxmlformats.org/drawingml/2006/main" noGrp="1"/>
          </p:cNvSpPr>
          <p:nvPr/>
        </p:nvSpPr>
        <p:spPr>
          <a:xfrm xmlns:a="http://schemas.openxmlformats.org/drawingml/2006/main">
            <a:off x="5438775" y="19526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score = 8</a:t>
            </a:r>
          </a:p>
        </p:txBody>
      </p:sp>
      <p:sp>
        <p:nvSpPr>
          <p:cNvPr id="6" name="text-49">
            <a:extLst xmlns:a="http://schemas.openxmlformats.org/drawingml/2006/main">
              <a:ext uri="{FF2B5EF4-FFF2-40B4-BE49-F238E27FC236}">
                <a16:creationId xmlns:a16="http://schemas.microsoft.com/office/drawing/2014/main" id="{18DFAED2-BDD5-4BBD-B09D-641B5A3B6942}"/>
              </a:ext>
            </a:extLst>
          </p:cNvPr>
          <p:cNvSpPr>
            <a:spLocks xmlns:a="http://schemas.openxmlformats.org/drawingml/2006/main" noGrp="1"/>
          </p:cNvSpPr>
          <p:nvPr/>
        </p:nvSpPr>
        <p:spPr>
          <a:xfrm xmlns:a="http://schemas.openxmlformats.org/drawingml/2006/main">
            <a:off x="5438775" y="24003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if score &gt;= 8:</a:t>
            </a:r>
          </a:p>
        </p:txBody>
      </p:sp>
      <p:sp>
        <p:nvSpPr>
          <p:cNvPr id="7" name="text-50">
            <a:extLst xmlns:a="http://schemas.openxmlformats.org/drawingml/2006/main">
              <a:ext uri="{FF2B5EF4-FFF2-40B4-BE49-F238E27FC236}">
                <a16:creationId xmlns:a16="http://schemas.microsoft.com/office/drawing/2014/main" id="{106B25A4-93FE-4B01-BE5F-B12B62399BE5}"/>
              </a:ext>
            </a:extLst>
          </p:cNvPr>
          <p:cNvSpPr>
            <a:spLocks xmlns:a="http://schemas.openxmlformats.org/drawingml/2006/main" noGrp="1"/>
          </p:cNvSpPr>
          <p:nvPr/>
        </p:nvSpPr>
        <p:spPr>
          <a:xfrm xmlns:a="http://schemas.openxmlformats.org/drawingml/2006/main">
            <a:off x="5438775" y="28479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level = "Tốt"</a:t>
            </a:r>
          </a:p>
        </p:txBody>
      </p:sp>
      <p:sp>
        <p:nvSpPr>
          <p:cNvPr id="8" name="text-51">
            <a:extLst xmlns:a="http://schemas.openxmlformats.org/drawingml/2006/main">
              <a:ext uri="{FF2B5EF4-FFF2-40B4-BE49-F238E27FC236}">
                <a16:creationId xmlns:a16="http://schemas.microsoft.com/office/drawing/2014/main" id="{679FDC5F-F758-4AB5-93FF-D46AE12956E8}"/>
              </a:ext>
            </a:extLst>
          </p:cNvPr>
          <p:cNvSpPr>
            <a:spLocks xmlns:a="http://schemas.openxmlformats.org/drawingml/2006/main" noGrp="1"/>
          </p:cNvSpPr>
          <p:nvPr/>
        </p:nvSpPr>
        <p:spPr>
          <a:xfrm xmlns:a="http://schemas.openxmlformats.org/drawingml/2006/main">
            <a:off x="5438775" y="329565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elif score &gt;= 5:</a:t>
            </a:r>
          </a:p>
        </p:txBody>
      </p:sp>
      <p:sp>
        <p:nvSpPr>
          <p:cNvPr id="9" name="text-52">
            <a:extLst xmlns:a="http://schemas.openxmlformats.org/drawingml/2006/main">
              <a:ext uri="{FF2B5EF4-FFF2-40B4-BE49-F238E27FC236}">
                <a16:creationId xmlns:a16="http://schemas.microsoft.com/office/drawing/2014/main" id="{4C3D6CB6-70CF-43CF-BA73-E6AAD19F6E4E}"/>
              </a:ext>
            </a:extLst>
          </p:cNvPr>
          <p:cNvSpPr>
            <a:spLocks xmlns:a="http://schemas.openxmlformats.org/drawingml/2006/main" noGrp="1"/>
          </p:cNvSpPr>
          <p:nvPr/>
        </p:nvSpPr>
        <p:spPr>
          <a:xfrm xmlns:a="http://schemas.openxmlformats.org/drawingml/2006/main">
            <a:off x="5438775" y="37433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level = "Đạt"</a:t>
            </a:r>
          </a:p>
        </p:txBody>
      </p:sp>
      <p:sp>
        <p:nvSpPr>
          <p:cNvPr id="10" name="text-53">
            <a:extLst xmlns:a="http://schemas.openxmlformats.org/drawingml/2006/main">
              <a:ext uri="{FF2B5EF4-FFF2-40B4-BE49-F238E27FC236}">
                <a16:creationId xmlns:a16="http://schemas.microsoft.com/office/drawing/2014/main" id="{6B3A216A-F80E-403E-9D42-B9AC2CD8A3F7}"/>
              </a:ext>
            </a:extLst>
          </p:cNvPr>
          <p:cNvSpPr>
            <a:spLocks xmlns:a="http://schemas.openxmlformats.org/drawingml/2006/main" noGrp="1"/>
          </p:cNvSpPr>
          <p:nvPr/>
        </p:nvSpPr>
        <p:spPr>
          <a:xfrm xmlns:a="http://schemas.openxmlformats.org/drawingml/2006/main">
            <a:off x="5438775" y="41910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else:</a:t>
            </a:r>
          </a:p>
        </p:txBody>
      </p:sp>
      <p:sp>
        <p:nvSpPr>
          <p:cNvPr id="11" name="text-54">
            <a:extLst xmlns:a="http://schemas.openxmlformats.org/drawingml/2006/main">
              <a:ext uri="{FF2B5EF4-FFF2-40B4-BE49-F238E27FC236}">
                <a16:creationId xmlns:a16="http://schemas.microsoft.com/office/drawing/2014/main" id="{D6F324E0-0D26-49AB-8708-FA04C8878255}"/>
              </a:ext>
            </a:extLst>
          </p:cNvPr>
          <p:cNvSpPr>
            <a:spLocks xmlns:a="http://schemas.openxmlformats.org/drawingml/2006/main" noGrp="1"/>
          </p:cNvSpPr>
          <p:nvPr/>
        </p:nvSpPr>
        <p:spPr>
          <a:xfrm xmlns:a="http://schemas.openxmlformats.org/drawingml/2006/main">
            <a:off x="5438775" y="46386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level = "Cần cố gắng"</a:t>
            </a:r>
          </a:p>
        </p:txBody>
      </p:sp>
      <p:sp>
        <p:nvSpPr>
          <p:cNvPr id="12" name="text-55">
            <a:extLst xmlns:a="http://schemas.openxmlformats.org/drawingml/2006/main">
              <a:ext uri="{FF2B5EF4-FFF2-40B4-BE49-F238E27FC236}">
                <a16:creationId xmlns:a16="http://schemas.microsoft.com/office/drawing/2014/main" id="{96317426-1032-40CD-809A-32E1A2D4AF53}"/>
              </a:ext>
            </a:extLst>
          </p:cNvPr>
          <p:cNvSpPr>
            <a:spLocks xmlns:a="http://schemas.openxmlformats.org/drawingml/2006/main" noGrp="1"/>
          </p:cNvSpPr>
          <p:nvPr/>
        </p:nvSpPr>
        <p:spPr>
          <a:xfrm xmlns:a="http://schemas.openxmlformats.org/drawingml/2006/main">
            <a:off x="5438775" y="508635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print(level)</a:t>
            </a:r>
          </a:p>
        </p:txBody>
      </p:sp>
    </p:spTree>
    <p:extLst>
      <p:ext uri="{BB962C8B-B14F-4D97-AF65-F5344CB8AC3E}">
        <p14:creationId xmlns:p14="http://schemas.microsoft.com/office/powerpoint/2010/main" val="86854445"/>
      </p:ext>
    </p:extLst>
  </p:cSld>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56">
            <a:extLst xmlns:a="http://schemas.openxmlformats.org/drawingml/2006/main">
              <a:ext uri="{FF2B5EF4-FFF2-40B4-BE49-F238E27FC236}">
                <a16:creationId xmlns:a16="http://schemas.microsoft.com/office/drawing/2014/main" id="{6A257965-901C-45EE-975B-79E1E648AA6A}"/>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Thứ tự nhánh quyết định kết quả</a:t>
            </a:r>
          </a:p>
        </p:txBody>
      </p:sp>
      <p:sp>
        <p:nvSpPr>
          <p:cNvPr id="2" name="text-57">
            <a:extLst xmlns:a="http://schemas.openxmlformats.org/drawingml/2006/main">
              <a:ext uri="{FF2B5EF4-FFF2-40B4-BE49-F238E27FC236}">
                <a16:creationId xmlns:a16="http://schemas.microsoft.com/office/drawing/2014/main" id="{8AC6A9A0-E7B6-4783-A880-9E36ECAB0F57}"/>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09</a:t>
            </a:r>
          </a:p>
        </p:txBody>
      </p:sp>
      <p:graphicFrame>
        <p:nvGraphicFramePr>
          <p:cNvPr id="3" name="">
            <a:extLst xmlns:a="http://schemas.openxmlformats.org/drawingml/2006/main">
              <a:ext uri="{FF2B5EF4-FFF2-40B4-BE49-F238E27FC236}">
                <a16:creationId xmlns:a16="http://schemas.microsoft.com/office/drawing/2014/main" id="{55C53538-D22B-4347-9879-1F451A4D3264}"/>
              </a:ext>
            </a:extLst>
          </p:cNvPr>
          <p:cNvGraphicFramePr/>
          <p:nvPr/>
        </p:nvGraphicFramePr>
        <p:xfrm>
          <a:off xmlns:a="http://schemas.openxmlformats.org/drawingml/2006/main" x="609600" y="1762125"/>
          <a:ext xmlns:a="http://schemas.openxmlformats.org/drawingml/2006/main" cx="10953750" cy="2952750"/>
        </p:xfrm>
        <a:graphic xmlns:a="http://schemas.openxmlformats.org/drawingml/2006/main">
          <a:graphicData uri="http://schemas.openxmlformats.org/drawingml/2006/table">
            <a:tbl>
              <a:tblPr/>
              <a:tblGrid>
                <a:gridCol w="2738438"/>
                <a:gridCol w="2738438"/>
                <a:gridCol w="2738438"/>
                <a:gridCol w="2738438"/>
              </a:tblGrid>
              <a:tr h="738188">
                <a:tc>
                  <a:txBody>
                    <a:bodyPr lIns="133350" tIns="133350" rIns="133350" bIns="133350"/>
                    <a:lstStyle/>
                    <a:p>
                      <a:r>
                        <a:rPr sz="1800" b="1">
                          <a:solidFill>
                            <a:srgbClr val="FFFFFF"/>
                          </a:solidFill>
                          <a:latin typeface="DejaVu Sans"/>
                          <a:ea typeface="DejaVu Sans"/>
                          <a:cs typeface="DejaVu Sans"/>
                        </a:rPr>
                        <a:t>score</a:t>
                      </a:r>
                    </a:p>
                  </a:txBody>
                  <a:tcPr marL="91440" marR="91440" marT="45720" marB="45720" anchor="ctr">
                    <a:lnL w="9525">
                      <a:solidFill>
                        <a:srgbClr val="D7DDD9"/>
                      </a:solidFill>
                      <a:prstDash val="solid"/>
                    </a:lnL>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score &gt;= 8</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score &gt;= 5</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Nhánh chọn</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r>
              <a:tr h="738188">
                <a:tc>
                  <a:txBody>
                    <a:bodyPr lIns="133350" tIns="133350" rIns="133350" bIns="133350"/>
                    <a:lstStyle/>
                    <a:p>
                      <a:r>
                        <a:rPr sz="2025" b="0">
                          <a:solidFill>
                            <a:srgbClr val="172B39"/>
                          </a:solidFill>
                          <a:latin typeface="DejaVu Sans Mono"/>
                          <a:ea typeface="DejaVu Sans Mono"/>
                          <a:cs typeface="DejaVu Sans Mono"/>
                        </a:rPr>
                        <a:t>9</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True</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Không xét</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Tốt</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738188">
                <a:tc>
                  <a:txBody>
                    <a:bodyPr lIns="133350" tIns="133350" rIns="133350" bIns="133350"/>
                    <a:lstStyle/>
                    <a:p>
                      <a:r>
                        <a:rPr sz="2025" b="0">
                          <a:solidFill>
                            <a:srgbClr val="172B39"/>
                          </a:solidFill>
                          <a:latin typeface="DejaVu Sans Mono"/>
                          <a:ea typeface="DejaVu Sans Mono"/>
                          <a:cs typeface="DejaVu Sans Mono"/>
                        </a:rPr>
                        <a:t>6</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False</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True</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Đạt</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738188">
                <a:tc>
                  <a:txBody>
                    <a:bodyPr lIns="133350" tIns="133350" rIns="133350" bIns="133350"/>
                    <a:lstStyle/>
                    <a:p>
                      <a:r>
                        <a:rPr sz="2025" b="0">
                          <a:solidFill>
                            <a:srgbClr val="172B39"/>
                          </a:solidFill>
                          <a:latin typeface="DejaVu Sans Mono"/>
                          <a:ea typeface="DejaVu Sans Mono"/>
                          <a:cs typeface="DejaVu Sans Mono"/>
                        </a:rPr>
                        <a:t>4</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False</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False</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else</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bl>
          </a:graphicData>
        </a:graphic>
      </p:graphicFrame>
      <p:sp>
        <p:nvSpPr>
          <p:cNvPr id="4" name="text-58">
            <a:extLst xmlns:a="http://schemas.openxmlformats.org/drawingml/2006/main">
              <a:ext uri="{FF2B5EF4-FFF2-40B4-BE49-F238E27FC236}">
                <a16:creationId xmlns:a16="http://schemas.microsoft.com/office/drawing/2014/main" id="{0B821CB2-2769-4E3A-BC44-6B4574DFA210}"/>
              </a:ext>
            </a:extLst>
          </p:cNvPr>
          <p:cNvSpPr>
            <a:spLocks xmlns:a="http://schemas.openxmlformats.org/drawingml/2006/main" noGrp="1"/>
          </p:cNvSpPr>
          <p:nvPr/>
        </p:nvSpPr>
        <p:spPr>
          <a:xfrm xmlns:a="http://schemas.openxmlformats.org/drawingml/2006/main">
            <a:off x="647700" y="5438775"/>
            <a:ext cx="1081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D45B2C"/>
                </a:solidFill>
                <a:latin typeface="DejaVu Sans"/>
                <a:ea typeface="DejaVu Sans"/>
                <a:cs typeface="DejaVu Sans"/>
              </a:defRPr>
            </a:defPPr>
            <a:lvl1pPr>
              <a:defRPr sz="2175" b="1">
                <a:solidFill>
                  <a:srgbClr val="D45B2C"/>
                </a:solidFill>
                <a:latin typeface="DejaVu Sans"/>
                <a:ea typeface="DejaVu Sans"/>
                <a:cs typeface="DejaVu Sans"/>
              </a:defRPr>
            </a:lvl1pPr>
            <a:lvl2pPr>
              <a:defRPr sz="2175" b="1">
                <a:solidFill>
                  <a:srgbClr val="D45B2C"/>
                </a:solidFill>
                <a:latin typeface="DejaVu Sans"/>
                <a:ea typeface="DejaVu Sans"/>
                <a:cs typeface="DejaVu Sans"/>
              </a:defRPr>
            </a:lvl2pPr>
            <a:lvl3pPr>
              <a:defRPr sz="2175" b="1">
                <a:solidFill>
                  <a:srgbClr val="D45B2C"/>
                </a:solidFill>
                <a:latin typeface="DejaVu Sans"/>
                <a:ea typeface="DejaVu Sans"/>
                <a:cs typeface="DejaVu Sans"/>
              </a:defRPr>
            </a:lvl3pPr>
            <a:lvl4pPr>
              <a:defRPr sz="2175" b="1">
                <a:solidFill>
                  <a:srgbClr val="D45B2C"/>
                </a:solidFill>
                <a:latin typeface="DejaVu Sans"/>
                <a:ea typeface="DejaVu Sans"/>
                <a:cs typeface="DejaVu Sans"/>
              </a:defRPr>
            </a:lvl4pPr>
            <a:lvl5pPr>
              <a:defRPr sz="2175" b="1">
                <a:solidFill>
                  <a:srgbClr val="D45B2C"/>
                </a:solidFill>
                <a:latin typeface="DejaVu Sans"/>
                <a:ea typeface="DejaVu Sans"/>
                <a:cs typeface="DejaVu Sans"/>
              </a:defRPr>
            </a:lvl5pPr>
            <a:lvl6pPr>
              <a:defRPr sz="2175" b="1">
                <a:solidFill>
                  <a:srgbClr val="D45B2C"/>
                </a:solidFill>
                <a:latin typeface="DejaVu Sans"/>
                <a:ea typeface="DejaVu Sans"/>
                <a:cs typeface="DejaVu Sans"/>
              </a:defRPr>
            </a:lvl6pPr>
            <a:lvl7pPr>
              <a:defRPr sz="2175" b="1">
                <a:solidFill>
                  <a:srgbClr val="D45B2C"/>
                </a:solidFill>
                <a:latin typeface="DejaVu Sans"/>
                <a:ea typeface="DejaVu Sans"/>
                <a:cs typeface="DejaVu Sans"/>
              </a:defRPr>
            </a:lvl7pPr>
            <a:lvl8pPr>
              <a:defRPr sz="2175" b="1">
                <a:solidFill>
                  <a:srgbClr val="D45B2C"/>
                </a:solidFill>
                <a:latin typeface="DejaVu Sans"/>
                <a:ea typeface="DejaVu Sans"/>
                <a:cs typeface="DejaVu Sans"/>
              </a:defRPr>
            </a:lvl8pPr>
            <a:lvl9pPr>
              <a:defRPr sz="2175" b="1">
                <a:solidFill>
                  <a:srgbClr val="D45B2C"/>
                </a:solidFill>
                <a:latin typeface="DejaVu Sans"/>
                <a:ea typeface="DejaVu Sans"/>
                <a:cs typeface="DejaVu Sans"/>
              </a:defRPr>
            </a:lvl9pPr>
          </a:lstStyle>
          <a:p xmlns:a="http://schemas.openxmlformats.org/drawingml/2006/main">
            <a:pPr>
              <a:defRPr sz="2175" b="1">
                <a:solidFill>
                  <a:srgbClr val="D45B2C"/>
                </a:solidFill>
                <a:latin typeface="DejaVu Sans"/>
                <a:ea typeface="DejaVu Sans"/>
                <a:cs typeface="DejaVu Sans"/>
              </a:defRPr>
            </a:pPr>
            <a:r>
              <a:rPr sz="2175" b="1">
                <a:solidFill>
                  <a:srgbClr val="D45B2C"/>
                </a:solidFill>
                <a:latin typeface="DejaVu Sans"/>
                <a:ea typeface="DejaVu Sans"/>
                <a:cs typeface="DejaVu Sans"/>
              </a:rPr>
              <a:t>Một chuỗi if / elif / else chọn tối đa một nhánh.</a:t>
            </a:r>
          </a:p>
        </p:txBody>
      </p:sp>
    </p:spTree>
    <p:extLst>
      <p:ext uri="{BB962C8B-B14F-4D97-AF65-F5344CB8AC3E}">
        <p14:creationId xmlns:p14="http://schemas.microsoft.com/office/powerpoint/2010/main" val="1610339310"/>
      </p:ext>
    </p:extLst>
  </p:cSld>
</p:sld>
</file>

<file path=ppt/slides/slide10.xml><?xml version="1.0" encoding="utf-8"?>
<p:sld xmlns:p="http://schemas.openxmlformats.org/presentationml/2006/main">
  <p:cSld>
    <p:bg>
      <p:bgPr>
        <a:solidFill xmlns:a="http://schemas.openxmlformats.org/drawingml/2006/main">
          <a:srgbClr val="152B37"/>
        </a:solidFill>
      </p:bgPr>
    </p:bg>
    <p:spTree>
      <p:nvGrpSpPr>
        <p:cNvPr id="1" name=""/>
        <p:cNvGrpSpPr/>
        <p:nvPr/>
      </p:nvGrpSpPr>
      <p:grpSpPr>
        <a:xfrm xmlns:a="http://schemas.openxmlformats.org/drawingml/2006/main"/>
      </p:grpSpPr>
      <p:sp>
        <p:nvSpPr>
          <p:cNvPr id="4" name="text-59">
            <a:extLst xmlns:a="http://schemas.openxmlformats.org/drawingml/2006/main">
              <a:ext uri="{FF2B5EF4-FFF2-40B4-BE49-F238E27FC236}">
                <a16:creationId xmlns:a16="http://schemas.microsoft.com/office/drawing/2014/main" id="{27F84EAD-9D49-4736-B52E-1125116F00BE}"/>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FFFFFF"/>
                </a:solidFill>
                <a:latin typeface="DejaVu Sans"/>
                <a:ea typeface="DejaVu Sans"/>
                <a:cs typeface="DejaVu Sans"/>
              </a:defRPr>
            </a:defPPr>
            <a:lvl1pPr>
              <a:defRPr sz="3450" b="1">
                <a:solidFill>
                  <a:srgbClr val="FFFFFF"/>
                </a:solidFill>
                <a:latin typeface="DejaVu Sans"/>
                <a:ea typeface="DejaVu Sans"/>
                <a:cs typeface="DejaVu Sans"/>
              </a:defRPr>
            </a:lvl1pPr>
            <a:lvl2pPr>
              <a:defRPr sz="3450" b="1">
                <a:solidFill>
                  <a:srgbClr val="FFFFFF"/>
                </a:solidFill>
                <a:latin typeface="DejaVu Sans"/>
                <a:ea typeface="DejaVu Sans"/>
                <a:cs typeface="DejaVu Sans"/>
              </a:defRPr>
            </a:lvl2pPr>
            <a:lvl3pPr>
              <a:defRPr sz="3450" b="1">
                <a:solidFill>
                  <a:srgbClr val="FFFFFF"/>
                </a:solidFill>
                <a:latin typeface="DejaVu Sans"/>
                <a:ea typeface="DejaVu Sans"/>
                <a:cs typeface="DejaVu Sans"/>
              </a:defRPr>
            </a:lvl3pPr>
            <a:lvl4pPr>
              <a:defRPr sz="3450" b="1">
                <a:solidFill>
                  <a:srgbClr val="FFFFFF"/>
                </a:solidFill>
                <a:latin typeface="DejaVu Sans"/>
                <a:ea typeface="DejaVu Sans"/>
                <a:cs typeface="DejaVu Sans"/>
              </a:defRPr>
            </a:lvl4pPr>
            <a:lvl5pPr>
              <a:defRPr sz="3450" b="1">
                <a:solidFill>
                  <a:srgbClr val="FFFFFF"/>
                </a:solidFill>
                <a:latin typeface="DejaVu Sans"/>
                <a:ea typeface="DejaVu Sans"/>
                <a:cs typeface="DejaVu Sans"/>
              </a:defRPr>
            </a:lvl5pPr>
            <a:lvl6pPr>
              <a:defRPr sz="3450" b="1">
                <a:solidFill>
                  <a:srgbClr val="FFFFFF"/>
                </a:solidFill>
                <a:latin typeface="DejaVu Sans"/>
                <a:ea typeface="DejaVu Sans"/>
                <a:cs typeface="DejaVu Sans"/>
              </a:defRPr>
            </a:lvl6pPr>
            <a:lvl7pPr>
              <a:defRPr sz="3450" b="1">
                <a:solidFill>
                  <a:srgbClr val="FFFFFF"/>
                </a:solidFill>
                <a:latin typeface="DejaVu Sans"/>
                <a:ea typeface="DejaVu Sans"/>
                <a:cs typeface="DejaVu Sans"/>
              </a:defRPr>
            </a:lvl7pPr>
            <a:lvl8pPr>
              <a:defRPr sz="3450" b="1">
                <a:solidFill>
                  <a:srgbClr val="FFFFFF"/>
                </a:solidFill>
                <a:latin typeface="DejaVu Sans"/>
                <a:ea typeface="DejaVu Sans"/>
                <a:cs typeface="DejaVu Sans"/>
              </a:defRPr>
            </a:lvl8pPr>
            <a:lvl9pPr>
              <a:defRPr sz="3450" b="1">
                <a:solidFill>
                  <a:srgbClr val="FFFFFF"/>
                </a:solidFill>
                <a:latin typeface="DejaVu Sans"/>
                <a:ea typeface="DejaVu Sans"/>
                <a:cs typeface="DejaVu Sans"/>
              </a:defRPr>
            </a:lvl9pPr>
          </a:lstStyle>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Luyện tập 1 và 2</a:t>
            </a:r>
          </a:p>
        </p:txBody>
      </p:sp>
      <p:sp>
        <p:nvSpPr>
          <p:cNvPr id="2" name="text-60">
            <a:extLst xmlns:a="http://schemas.openxmlformats.org/drawingml/2006/main">
              <a:ext uri="{FF2B5EF4-FFF2-40B4-BE49-F238E27FC236}">
                <a16:creationId xmlns:a16="http://schemas.microsoft.com/office/drawing/2014/main" id="{A09EB95E-497F-4B09-97BC-1DF90EC492C1}"/>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9CDD4"/>
                </a:solidFill>
                <a:latin typeface="DejaVu Sans"/>
                <a:ea typeface="DejaVu Sans"/>
                <a:cs typeface="DejaVu Sans"/>
              </a:defRPr>
            </a:defPPr>
            <a:lvl1pPr>
              <a:defRPr sz="1275" b="0">
                <a:solidFill>
                  <a:srgbClr val="B9CDD4"/>
                </a:solidFill>
                <a:latin typeface="DejaVu Sans"/>
                <a:ea typeface="DejaVu Sans"/>
                <a:cs typeface="DejaVu Sans"/>
              </a:defRPr>
            </a:lvl1pPr>
            <a:lvl2pPr>
              <a:defRPr sz="1275" b="0">
                <a:solidFill>
                  <a:srgbClr val="B9CDD4"/>
                </a:solidFill>
                <a:latin typeface="DejaVu Sans"/>
                <a:ea typeface="DejaVu Sans"/>
                <a:cs typeface="DejaVu Sans"/>
              </a:defRPr>
            </a:lvl2pPr>
            <a:lvl3pPr>
              <a:defRPr sz="1275" b="0">
                <a:solidFill>
                  <a:srgbClr val="B9CDD4"/>
                </a:solidFill>
                <a:latin typeface="DejaVu Sans"/>
                <a:ea typeface="DejaVu Sans"/>
                <a:cs typeface="DejaVu Sans"/>
              </a:defRPr>
            </a:lvl3pPr>
            <a:lvl4pPr>
              <a:defRPr sz="1275" b="0">
                <a:solidFill>
                  <a:srgbClr val="B9CDD4"/>
                </a:solidFill>
                <a:latin typeface="DejaVu Sans"/>
                <a:ea typeface="DejaVu Sans"/>
                <a:cs typeface="DejaVu Sans"/>
              </a:defRPr>
            </a:lvl4pPr>
            <a:lvl5pPr>
              <a:defRPr sz="1275" b="0">
                <a:solidFill>
                  <a:srgbClr val="B9CDD4"/>
                </a:solidFill>
                <a:latin typeface="DejaVu Sans"/>
                <a:ea typeface="DejaVu Sans"/>
                <a:cs typeface="DejaVu Sans"/>
              </a:defRPr>
            </a:lvl5pPr>
            <a:lvl6pPr>
              <a:defRPr sz="1275" b="0">
                <a:solidFill>
                  <a:srgbClr val="B9CDD4"/>
                </a:solidFill>
                <a:latin typeface="DejaVu Sans"/>
                <a:ea typeface="DejaVu Sans"/>
                <a:cs typeface="DejaVu Sans"/>
              </a:defRPr>
            </a:lvl6pPr>
            <a:lvl7pPr>
              <a:defRPr sz="1275" b="0">
                <a:solidFill>
                  <a:srgbClr val="B9CDD4"/>
                </a:solidFill>
                <a:latin typeface="DejaVu Sans"/>
                <a:ea typeface="DejaVu Sans"/>
                <a:cs typeface="DejaVu Sans"/>
              </a:defRPr>
            </a:lvl7pPr>
            <a:lvl8pPr>
              <a:defRPr sz="1275" b="0">
                <a:solidFill>
                  <a:srgbClr val="B9CDD4"/>
                </a:solidFill>
                <a:latin typeface="DejaVu Sans"/>
                <a:ea typeface="DejaVu Sans"/>
                <a:cs typeface="DejaVu Sans"/>
              </a:defRPr>
            </a:lvl8pPr>
            <a:lvl9pPr>
              <a:defRPr sz="1275" b="0">
                <a:solidFill>
                  <a:srgbClr val="B9CDD4"/>
                </a:solidFill>
                <a:latin typeface="DejaVu Sans"/>
                <a:ea typeface="DejaVu Sans"/>
                <a:cs typeface="DejaVu Sans"/>
              </a:defRPr>
            </a:lvl9pPr>
          </a:lstStyle>
          <a:p xmlns:a="http://schemas.openxmlformats.org/drawingml/2006/main">
            <a:pPr>
              <a:defRPr sz="1275" b="0">
                <a:solidFill>
                  <a:srgbClr val="B9CDD4"/>
                </a:solidFill>
                <a:latin typeface="DejaVu Sans"/>
                <a:ea typeface="DejaVu Sans"/>
                <a:cs typeface="DejaVu Sans"/>
              </a:defRPr>
            </a:pPr>
            <a:r>
              <a:rPr sz="1275" b="0">
                <a:solidFill>
                  <a:srgbClr val="B9CDD4"/>
                </a:solidFill>
                <a:latin typeface="DejaVu Sans"/>
                <a:ea typeface="DejaVu Sans"/>
                <a:cs typeface="DejaVu Sans"/>
              </a:rPr>
              <a:t>10</a:t>
            </a:r>
          </a:p>
        </p:txBody>
      </p:sp>
      <p:sp>
        <p:nvSpPr>
          <p:cNvPr id="3" name="text-61">
            <a:extLst xmlns:a="http://schemas.openxmlformats.org/drawingml/2006/main">
              <a:ext uri="{FF2B5EF4-FFF2-40B4-BE49-F238E27FC236}">
                <a16:creationId xmlns:a16="http://schemas.microsoft.com/office/drawing/2014/main" id="{DB56C489-D817-43C9-B9D2-7F72609B2ED2}"/>
              </a:ext>
            </a:extLst>
          </p:cNvPr>
          <p:cNvSpPr>
            <a:spLocks xmlns:a="http://schemas.openxmlformats.org/drawingml/2006/main" noGrp="1"/>
          </p:cNvSpPr>
          <p:nvPr/>
        </p:nvSpPr>
        <p:spPr>
          <a:xfrm xmlns:a="http://schemas.openxmlformats.org/drawingml/2006/main">
            <a:off x="647700" y="1952625"/>
            <a:ext cx="10668000" cy="381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0">
                <a:solidFill>
                  <a:srgbClr val="FFFFFF"/>
                </a:solidFill>
                <a:latin typeface="DejaVu Sans"/>
                <a:ea typeface="DejaVu Sans"/>
                <a:cs typeface="DejaVu Sans"/>
              </a:defRPr>
            </a:defPPr>
            <a:lvl1pPr>
              <a:defRPr sz="2700" b="0">
                <a:solidFill>
                  <a:srgbClr val="FFFFFF"/>
                </a:solidFill>
                <a:latin typeface="DejaVu Sans"/>
                <a:ea typeface="DejaVu Sans"/>
                <a:cs typeface="DejaVu Sans"/>
              </a:defRPr>
            </a:lvl1pPr>
            <a:lvl2pPr>
              <a:defRPr sz="2700" b="0">
                <a:solidFill>
                  <a:srgbClr val="FFFFFF"/>
                </a:solidFill>
                <a:latin typeface="DejaVu Sans"/>
                <a:ea typeface="DejaVu Sans"/>
                <a:cs typeface="DejaVu Sans"/>
              </a:defRPr>
            </a:lvl2pPr>
            <a:lvl3pPr>
              <a:defRPr sz="2700" b="0">
                <a:solidFill>
                  <a:srgbClr val="FFFFFF"/>
                </a:solidFill>
                <a:latin typeface="DejaVu Sans"/>
                <a:ea typeface="DejaVu Sans"/>
                <a:cs typeface="DejaVu Sans"/>
              </a:defRPr>
            </a:lvl3pPr>
            <a:lvl4pPr>
              <a:defRPr sz="2700" b="0">
                <a:solidFill>
                  <a:srgbClr val="FFFFFF"/>
                </a:solidFill>
                <a:latin typeface="DejaVu Sans"/>
                <a:ea typeface="DejaVu Sans"/>
                <a:cs typeface="DejaVu Sans"/>
              </a:defRPr>
            </a:lvl4pPr>
            <a:lvl5pPr>
              <a:defRPr sz="2700" b="0">
                <a:solidFill>
                  <a:srgbClr val="FFFFFF"/>
                </a:solidFill>
                <a:latin typeface="DejaVu Sans"/>
                <a:ea typeface="DejaVu Sans"/>
                <a:cs typeface="DejaVu Sans"/>
              </a:defRPr>
            </a:lvl5pPr>
            <a:lvl6pPr>
              <a:defRPr sz="2700" b="0">
                <a:solidFill>
                  <a:srgbClr val="FFFFFF"/>
                </a:solidFill>
                <a:latin typeface="DejaVu Sans"/>
                <a:ea typeface="DejaVu Sans"/>
                <a:cs typeface="DejaVu Sans"/>
              </a:defRPr>
            </a:lvl6pPr>
            <a:lvl7pPr>
              <a:defRPr sz="2700" b="0">
                <a:solidFill>
                  <a:srgbClr val="FFFFFF"/>
                </a:solidFill>
                <a:latin typeface="DejaVu Sans"/>
                <a:ea typeface="DejaVu Sans"/>
                <a:cs typeface="DejaVu Sans"/>
              </a:defRPr>
            </a:lvl7pPr>
            <a:lvl8pPr>
              <a:defRPr sz="2700" b="0">
                <a:solidFill>
                  <a:srgbClr val="FFFFFF"/>
                </a:solidFill>
                <a:latin typeface="DejaVu Sans"/>
                <a:ea typeface="DejaVu Sans"/>
                <a:cs typeface="DejaVu Sans"/>
              </a:defRPr>
            </a:lvl8pPr>
            <a:lvl9pPr>
              <a:defRPr sz="2700" b="0">
                <a:solidFill>
                  <a:srgbClr val="FFFFFF"/>
                </a:solidFill>
                <a:latin typeface="DejaVu Sans"/>
                <a:ea typeface="DejaVu Sans"/>
                <a:cs typeface="DejaVu Sans"/>
              </a:defRPr>
            </a:lvl9pPr>
          </a:lstStyle>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Notebook: bài 1 về logic</a:t>
            </a:r>
          </a:p>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Notebook: bài 2 phân loại điểm</a:t>
            </a:r>
          </a:p>
          <a:p xmlns:a="http://schemas.openxmlformats.org/drawingml/2006/main">
            <a:r>
              <a:t/>
            </a:r>
          </a:p>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Ca thử: -1, 0, 4.9, 5, 7.9, 8, 10, 11</a:t>
            </a:r>
          </a:p>
        </p:txBody>
      </p:sp>
    </p:spTree>
    <p:extLst>
      <p:ext uri="{BB962C8B-B14F-4D97-AF65-F5344CB8AC3E}">
        <p14:creationId xmlns:p14="http://schemas.microsoft.com/office/powerpoint/2010/main" val="1576841229"/>
      </p:ext>
    </p:extLst>
  </p:cSld>
</p:sld>
</file>

<file path=ppt/slides/slide1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text-62">
            <a:extLst xmlns:a="http://schemas.openxmlformats.org/drawingml/2006/main">
              <a:ext uri="{FF2B5EF4-FFF2-40B4-BE49-F238E27FC236}">
                <a16:creationId xmlns:a16="http://schemas.microsoft.com/office/drawing/2014/main" id="{9C205FAC-2CF3-4B5B-93FA-6C087387F446}"/>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for lặp qua từng giá trị</a:t>
            </a:r>
          </a:p>
        </p:txBody>
      </p:sp>
      <p:sp>
        <p:nvSpPr>
          <p:cNvPr id="2" name="text-63">
            <a:extLst xmlns:a="http://schemas.openxmlformats.org/drawingml/2006/main">
              <a:ext uri="{FF2B5EF4-FFF2-40B4-BE49-F238E27FC236}">
                <a16:creationId xmlns:a16="http://schemas.microsoft.com/office/drawing/2014/main" id="{9431CC73-5C29-48FE-8636-5060D21808B5}"/>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11</a:t>
            </a:r>
          </a:p>
        </p:txBody>
      </p:sp>
      <p:sp>
        <p:nvSpPr>
          <p:cNvPr id="3" name="text-64">
            <a:extLst xmlns:a="http://schemas.openxmlformats.org/drawingml/2006/main">
              <a:ext uri="{FF2B5EF4-FFF2-40B4-BE49-F238E27FC236}">
                <a16:creationId xmlns:a16="http://schemas.microsoft.com/office/drawing/2014/main" id="{B5C41685-87AE-4DC3-90FC-2396BF77D8D9}"/>
              </a:ext>
            </a:extLst>
          </p:cNvPr>
          <p:cNvSpPr>
            <a:spLocks xmlns:a="http://schemas.openxmlformats.org/drawingml/2006/main" noGrp="1"/>
          </p:cNvSpPr>
          <p:nvPr/>
        </p:nvSpPr>
        <p:spPr>
          <a:xfrm xmlns:a="http://schemas.openxmlformats.org/drawingml/2006/main">
            <a:off x="647700" y="1838325"/>
            <a:ext cx="4191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B39"/>
                </a:solidFill>
                <a:latin typeface="DejaVu Sans"/>
                <a:ea typeface="DejaVu Sans"/>
                <a:cs typeface="DejaVu Sans"/>
              </a:defRPr>
            </a:defPPr>
            <a:lvl1pPr>
              <a:defRPr sz="2175" b="0">
                <a:solidFill>
                  <a:srgbClr val="172B39"/>
                </a:solidFill>
                <a:latin typeface="DejaVu Sans"/>
                <a:ea typeface="DejaVu Sans"/>
                <a:cs typeface="DejaVu Sans"/>
              </a:defRPr>
            </a:lvl1pPr>
            <a:lvl2pPr>
              <a:defRPr sz="2175" b="0">
                <a:solidFill>
                  <a:srgbClr val="172B39"/>
                </a:solidFill>
                <a:latin typeface="DejaVu Sans"/>
                <a:ea typeface="DejaVu Sans"/>
                <a:cs typeface="DejaVu Sans"/>
              </a:defRPr>
            </a:lvl2pPr>
            <a:lvl3pPr>
              <a:defRPr sz="2175" b="0">
                <a:solidFill>
                  <a:srgbClr val="172B39"/>
                </a:solidFill>
                <a:latin typeface="DejaVu Sans"/>
                <a:ea typeface="DejaVu Sans"/>
                <a:cs typeface="DejaVu Sans"/>
              </a:defRPr>
            </a:lvl3pPr>
            <a:lvl4pPr>
              <a:defRPr sz="2175" b="0">
                <a:solidFill>
                  <a:srgbClr val="172B39"/>
                </a:solidFill>
                <a:latin typeface="DejaVu Sans"/>
                <a:ea typeface="DejaVu Sans"/>
                <a:cs typeface="DejaVu Sans"/>
              </a:defRPr>
            </a:lvl4pPr>
            <a:lvl5pPr>
              <a:defRPr sz="2175" b="0">
                <a:solidFill>
                  <a:srgbClr val="172B39"/>
                </a:solidFill>
                <a:latin typeface="DejaVu Sans"/>
                <a:ea typeface="DejaVu Sans"/>
                <a:cs typeface="DejaVu Sans"/>
              </a:defRPr>
            </a:lvl5pPr>
            <a:lvl6pPr>
              <a:defRPr sz="2175" b="0">
                <a:solidFill>
                  <a:srgbClr val="172B39"/>
                </a:solidFill>
                <a:latin typeface="DejaVu Sans"/>
                <a:ea typeface="DejaVu Sans"/>
                <a:cs typeface="DejaVu Sans"/>
              </a:defRPr>
            </a:lvl6pPr>
            <a:lvl7pPr>
              <a:defRPr sz="2175" b="0">
                <a:solidFill>
                  <a:srgbClr val="172B39"/>
                </a:solidFill>
                <a:latin typeface="DejaVu Sans"/>
                <a:ea typeface="DejaVu Sans"/>
                <a:cs typeface="DejaVu Sans"/>
              </a:defRPr>
            </a:lvl7pPr>
            <a:lvl8pPr>
              <a:defRPr sz="2175" b="0">
                <a:solidFill>
                  <a:srgbClr val="172B39"/>
                </a:solidFill>
                <a:latin typeface="DejaVu Sans"/>
                <a:ea typeface="DejaVu Sans"/>
                <a:cs typeface="DejaVu Sans"/>
              </a:defRPr>
            </a:lvl8pPr>
            <a:lvl9pPr>
              <a:defRPr sz="2175" b="0">
                <a:solidFill>
                  <a:srgbClr val="172B39"/>
                </a:solidFill>
                <a:latin typeface="DejaVu Sans"/>
                <a:ea typeface="DejaVu Sans"/>
                <a:cs typeface="DejaVu Sans"/>
              </a:defRPr>
            </a:lvl9pPr>
          </a:lstStyle>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Mỗi lượt, i nhận một giá trị mới.</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Khối thụt lề chạy một lần cho giá trị đó.</a:t>
            </a:r>
          </a:p>
        </p:txBody>
      </p:sp>
      <p:sp>
        <p:nvSpPr>
          <p:cNvPr id="4" name="surface-65">
            <a:extLst xmlns:a="http://schemas.openxmlformats.org/drawingml/2006/main">
              <a:ext uri="{FF2B5EF4-FFF2-40B4-BE49-F238E27FC236}">
                <a16:creationId xmlns:a16="http://schemas.microsoft.com/office/drawing/2014/main" id="{F86A41B5-FD82-4EC2-B6FF-636F163553D2}"/>
              </a:ext>
            </a:extLst>
          </p:cNvPr>
          <p:cNvSpPr>
            <a:spLocks xmlns:a="http://schemas.openxmlformats.org/drawingml/2006/main" noGrp="1"/>
          </p:cNvSpPr>
          <p:nvPr/>
        </p:nvSpPr>
        <p:spPr>
          <a:xfrm xmlns:a="http://schemas.openxmlformats.org/drawingml/2006/main">
            <a:off x="5191125" y="1762125"/>
            <a:ext cx="6381750" cy="1724025"/>
          </a:xfrm>
          <a:prstGeom xmlns:a="http://schemas.openxmlformats.org/drawingml/2006/main" prst="rect">
            <a:avLst/>
          </a:prstGeom>
          <a:solidFill xmlns:a="http://schemas.openxmlformats.org/drawingml/2006/main">
            <a:srgbClr val="152B37"/>
          </a:solidFill>
          <a:ln xmlns:a="http://schemas.openxmlformats.org/drawingml/2006/main" w="0">
            <a:noFill/>
            <a:prstDash val="solid"/>
          </a:ln>
        </p:spPr>
      </p:sp>
      <p:sp>
        <p:nvSpPr>
          <p:cNvPr id="5" name="text-66">
            <a:extLst xmlns:a="http://schemas.openxmlformats.org/drawingml/2006/main">
              <a:ext uri="{FF2B5EF4-FFF2-40B4-BE49-F238E27FC236}">
                <a16:creationId xmlns:a16="http://schemas.microsoft.com/office/drawing/2014/main" id="{D68CF9E4-290D-468A-9ABD-3B0424DD64E7}"/>
              </a:ext>
            </a:extLst>
          </p:cNvPr>
          <p:cNvSpPr>
            <a:spLocks xmlns:a="http://schemas.openxmlformats.org/drawingml/2006/main" noGrp="1"/>
          </p:cNvSpPr>
          <p:nvPr/>
        </p:nvSpPr>
        <p:spPr>
          <a:xfrm xmlns:a="http://schemas.openxmlformats.org/drawingml/2006/main">
            <a:off x="5438775" y="19526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for i in range(1, 4):</a:t>
            </a:r>
          </a:p>
        </p:txBody>
      </p:sp>
      <p:sp>
        <p:nvSpPr>
          <p:cNvPr id="6" name="text-67">
            <a:extLst xmlns:a="http://schemas.openxmlformats.org/drawingml/2006/main">
              <a:ext uri="{FF2B5EF4-FFF2-40B4-BE49-F238E27FC236}">
                <a16:creationId xmlns:a16="http://schemas.microsoft.com/office/drawing/2014/main" id="{9C69EC1B-151A-435B-949D-81C825560943}"/>
              </a:ext>
            </a:extLst>
          </p:cNvPr>
          <p:cNvSpPr>
            <a:spLocks xmlns:a="http://schemas.openxmlformats.org/drawingml/2006/main" noGrp="1"/>
          </p:cNvSpPr>
          <p:nvPr/>
        </p:nvSpPr>
        <p:spPr>
          <a:xfrm xmlns:a="http://schemas.openxmlformats.org/drawingml/2006/main">
            <a:off x="5438775" y="24003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print(f"Lượt {i}")</a:t>
            </a:r>
          </a:p>
        </p:txBody>
      </p:sp>
      <p:sp>
        <p:nvSpPr>
          <p:cNvPr id="7" name="text-68">
            <a:extLst xmlns:a="http://schemas.openxmlformats.org/drawingml/2006/main">
              <a:ext uri="{FF2B5EF4-FFF2-40B4-BE49-F238E27FC236}">
                <a16:creationId xmlns:a16="http://schemas.microsoft.com/office/drawing/2014/main" id="{7B0832AB-AC92-47E6-8F08-0D0DE3DC90F3}"/>
              </a:ext>
            </a:extLst>
          </p:cNvPr>
          <p:cNvSpPr>
            <a:spLocks xmlns:a="http://schemas.openxmlformats.org/drawingml/2006/main" noGrp="1"/>
          </p:cNvSpPr>
          <p:nvPr/>
        </p:nvSpPr>
        <p:spPr>
          <a:xfrm xmlns:a="http://schemas.openxmlformats.org/drawingml/2006/main">
            <a:off x="5438775" y="28479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print("Xong")</a:t>
            </a:r>
          </a:p>
        </p:txBody>
      </p:sp>
    </p:spTree>
    <p:extLst>
      <p:ext uri="{BB962C8B-B14F-4D97-AF65-F5344CB8AC3E}">
        <p14:creationId xmlns:p14="http://schemas.microsoft.com/office/powerpoint/2010/main" val="2044611830"/>
      </p:ext>
    </p:extLst>
  </p:cSld>
</p:sld>
</file>

<file path=ppt/slides/slide1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69">
            <a:extLst xmlns:a="http://schemas.openxmlformats.org/drawingml/2006/main">
              <a:ext uri="{FF2B5EF4-FFF2-40B4-BE49-F238E27FC236}">
                <a16:creationId xmlns:a16="http://schemas.microsoft.com/office/drawing/2014/main" id="{5547949B-2F61-4CAA-9CF3-3F2CB8A8CABA}"/>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range không lấy mốc stop</a:t>
            </a:r>
          </a:p>
        </p:txBody>
      </p:sp>
      <p:sp>
        <p:nvSpPr>
          <p:cNvPr id="2" name="text-70">
            <a:extLst xmlns:a="http://schemas.openxmlformats.org/drawingml/2006/main">
              <a:ext uri="{FF2B5EF4-FFF2-40B4-BE49-F238E27FC236}">
                <a16:creationId xmlns:a16="http://schemas.microsoft.com/office/drawing/2014/main" id="{D1F5328A-A312-4DBD-98DD-E428E492AEA5}"/>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12</a:t>
            </a:r>
          </a:p>
        </p:txBody>
      </p:sp>
      <p:graphicFrame>
        <p:nvGraphicFramePr>
          <p:cNvPr id="3" name="">
            <a:extLst xmlns:a="http://schemas.openxmlformats.org/drawingml/2006/main">
              <a:ext uri="{FF2B5EF4-FFF2-40B4-BE49-F238E27FC236}">
                <a16:creationId xmlns:a16="http://schemas.microsoft.com/office/drawing/2014/main" id="{8AA0F74D-C1F0-46AB-B0FB-9FEE6A933A6D}"/>
              </a:ext>
            </a:extLst>
          </p:cNvPr>
          <p:cNvGraphicFramePr/>
          <p:nvPr/>
        </p:nvGraphicFramePr>
        <p:xfrm>
          <a:off xmlns:a="http://schemas.openxmlformats.org/drawingml/2006/main" x="609600" y="1762125"/>
          <a:ext xmlns:a="http://schemas.openxmlformats.org/drawingml/2006/main" cx="10953750" cy="3333750"/>
        </p:xfrm>
        <a:graphic xmlns:a="http://schemas.openxmlformats.org/drawingml/2006/main">
          <a:graphicData uri="http://schemas.openxmlformats.org/drawingml/2006/table">
            <a:tbl>
              <a:tblPr/>
              <a:tblGrid>
                <a:gridCol w="5476875"/>
                <a:gridCol w="5476875"/>
              </a:tblGrid>
              <a:tr h="666750">
                <a:tc>
                  <a:txBody>
                    <a:bodyPr lIns="133350" tIns="133350" rIns="133350" bIns="133350"/>
                    <a:lstStyle/>
                    <a:p>
                      <a:r>
                        <a:rPr sz="1800" b="1">
                          <a:solidFill>
                            <a:srgbClr val="FFFFFF"/>
                          </a:solidFill>
                          <a:latin typeface="DejaVu Sans"/>
                          <a:ea typeface="DejaVu Sans"/>
                          <a:cs typeface="DejaVu Sans"/>
                        </a:rPr>
                        <a:t>Cách viết</a:t>
                      </a:r>
                    </a:p>
                  </a:txBody>
                  <a:tcPr marL="91440" marR="91440" marT="45720" marB="45720" anchor="ctr">
                    <a:lnL w="9525">
                      <a:solidFill>
                        <a:srgbClr val="D7DDD9"/>
                      </a:solidFill>
                      <a:prstDash val="solid"/>
                    </a:lnL>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Giá trị khi duyệt</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r>
              <a:tr h="666750">
                <a:tc>
                  <a:txBody>
                    <a:bodyPr lIns="133350" tIns="133350" rIns="133350" bIns="133350"/>
                    <a:lstStyle/>
                    <a:p>
                      <a:r>
                        <a:rPr sz="2025" b="0">
                          <a:solidFill>
                            <a:srgbClr val="172B39"/>
                          </a:solidFill>
                          <a:latin typeface="DejaVu Sans Mono"/>
                          <a:ea typeface="DejaVu Sans Mono"/>
                          <a:cs typeface="DejaVu Sans Mono"/>
                        </a:rPr>
                        <a:t>range(4)</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0, 1, 2, 3</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range(1, 5)</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1, 2, 3, 4</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range(2, 9, 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2, 4, 6, 8</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range(3, 0, -1)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3, 2, 1</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bl>
          </a:graphicData>
        </a:graphic>
      </p:graphicFrame>
      <p:sp>
        <p:nvSpPr>
          <p:cNvPr id="4" name="text-71">
            <a:extLst xmlns:a="http://schemas.openxmlformats.org/drawingml/2006/main">
              <a:ext uri="{FF2B5EF4-FFF2-40B4-BE49-F238E27FC236}">
                <a16:creationId xmlns:a16="http://schemas.microsoft.com/office/drawing/2014/main" id="{F3FFFA66-1A05-4F1E-9819-4567B9F83B5F}"/>
              </a:ext>
            </a:extLst>
          </p:cNvPr>
          <p:cNvSpPr>
            <a:spLocks xmlns:a="http://schemas.openxmlformats.org/drawingml/2006/main" noGrp="1"/>
          </p:cNvSpPr>
          <p:nvPr/>
        </p:nvSpPr>
        <p:spPr>
          <a:xfrm xmlns:a="http://schemas.openxmlformats.org/drawingml/2006/main">
            <a:off x="647700" y="5438775"/>
            <a:ext cx="1081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D45B2C"/>
                </a:solidFill>
                <a:latin typeface="DejaVu Sans"/>
                <a:ea typeface="DejaVu Sans"/>
                <a:cs typeface="DejaVu Sans"/>
              </a:defRPr>
            </a:defPPr>
            <a:lvl1pPr>
              <a:defRPr sz="2175" b="1">
                <a:solidFill>
                  <a:srgbClr val="D45B2C"/>
                </a:solidFill>
                <a:latin typeface="DejaVu Sans"/>
                <a:ea typeface="DejaVu Sans"/>
                <a:cs typeface="DejaVu Sans"/>
              </a:defRPr>
            </a:lvl1pPr>
            <a:lvl2pPr>
              <a:defRPr sz="2175" b="1">
                <a:solidFill>
                  <a:srgbClr val="D45B2C"/>
                </a:solidFill>
                <a:latin typeface="DejaVu Sans"/>
                <a:ea typeface="DejaVu Sans"/>
                <a:cs typeface="DejaVu Sans"/>
              </a:defRPr>
            </a:lvl2pPr>
            <a:lvl3pPr>
              <a:defRPr sz="2175" b="1">
                <a:solidFill>
                  <a:srgbClr val="D45B2C"/>
                </a:solidFill>
                <a:latin typeface="DejaVu Sans"/>
                <a:ea typeface="DejaVu Sans"/>
                <a:cs typeface="DejaVu Sans"/>
              </a:defRPr>
            </a:lvl3pPr>
            <a:lvl4pPr>
              <a:defRPr sz="2175" b="1">
                <a:solidFill>
                  <a:srgbClr val="D45B2C"/>
                </a:solidFill>
                <a:latin typeface="DejaVu Sans"/>
                <a:ea typeface="DejaVu Sans"/>
                <a:cs typeface="DejaVu Sans"/>
              </a:defRPr>
            </a:lvl4pPr>
            <a:lvl5pPr>
              <a:defRPr sz="2175" b="1">
                <a:solidFill>
                  <a:srgbClr val="D45B2C"/>
                </a:solidFill>
                <a:latin typeface="DejaVu Sans"/>
                <a:ea typeface="DejaVu Sans"/>
                <a:cs typeface="DejaVu Sans"/>
              </a:defRPr>
            </a:lvl5pPr>
            <a:lvl6pPr>
              <a:defRPr sz="2175" b="1">
                <a:solidFill>
                  <a:srgbClr val="D45B2C"/>
                </a:solidFill>
                <a:latin typeface="DejaVu Sans"/>
                <a:ea typeface="DejaVu Sans"/>
                <a:cs typeface="DejaVu Sans"/>
              </a:defRPr>
            </a:lvl6pPr>
            <a:lvl7pPr>
              <a:defRPr sz="2175" b="1">
                <a:solidFill>
                  <a:srgbClr val="D45B2C"/>
                </a:solidFill>
                <a:latin typeface="DejaVu Sans"/>
                <a:ea typeface="DejaVu Sans"/>
                <a:cs typeface="DejaVu Sans"/>
              </a:defRPr>
            </a:lvl7pPr>
            <a:lvl8pPr>
              <a:defRPr sz="2175" b="1">
                <a:solidFill>
                  <a:srgbClr val="D45B2C"/>
                </a:solidFill>
                <a:latin typeface="DejaVu Sans"/>
                <a:ea typeface="DejaVu Sans"/>
                <a:cs typeface="DejaVu Sans"/>
              </a:defRPr>
            </a:lvl8pPr>
            <a:lvl9pPr>
              <a:defRPr sz="2175" b="1">
                <a:solidFill>
                  <a:srgbClr val="D45B2C"/>
                </a:solidFill>
                <a:latin typeface="DejaVu Sans"/>
                <a:ea typeface="DejaVu Sans"/>
                <a:cs typeface="DejaVu Sans"/>
              </a:defRPr>
            </a:lvl9pPr>
          </a:lstStyle>
          <a:p xmlns:a="http://schemas.openxmlformats.org/drawingml/2006/main">
            <a:pPr>
              <a:defRPr sz="2175" b="1">
                <a:solidFill>
                  <a:srgbClr val="D45B2C"/>
                </a:solidFill>
                <a:latin typeface="DejaVu Sans"/>
                <a:ea typeface="DejaVu Sans"/>
                <a:cs typeface="DejaVu Sans"/>
              </a:defRPr>
            </a:pPr>
            <a:r>
              <a:rPr sz="2175" b="1">
                <a:solidFill>
                  <a:srgbClr val="D45B2C"/>
                </a:solidFill>
                <a:latin typeface="DejaVu Sans"/>
                <a:ea typeface="DejaVu Sans"/>
                <a:cs typeface="DejaVu Sans"/>
              </a:rPr>
              <a:t>range(start, stop, step)     step khác 0</a:t>
            </a:r>
          </a:p>
        </p:txBody>
      </p:sp>
    </p:spTree>
    <p:extLst>
      <p:ext uri="{BB962C8B-B14F-4D97-AF65-F5344CB8AC3E}">
        <p14:creationId xmlns:p14="http://schemas.microsoft.com/office/powerpoint/2010/main" val="364114274"/>
      </p:ext>
    </p:extLst>
  </p:cSld>
</p:sld>
</file>

<file path=ppt/slides/slide1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ext-72">
            <a:extLst xmlns:a="http://schemas.openxmlformats.org/drawingml/2006/main">
              <a:ext uri="{FF2B5EF4-FFF2-40B4-BE49-F238E27FC236}">
                <a16:creationId xmlns:a16="http://schemas.microsoft.com/office/drawing/2014/main" id="{AC91379B-9962-452C-8899-A290092F2EFB}"/>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Biến cộng dồn</a:t>
            </a:r>
          </a:p>
        </p:txBody>
      </p:sp>
      <p:sp>
        <p:nvSpPr>
          <p:cNvPr id="2" name="text-73">
            <a:extLst xmlns:a="http://schemas.openxmlformats.org/drawingml/2006/main">
              <a:ext uri="{FF2B5EF4-FFF2-40B4-BE49-F238E27FC236}">
                <a16:creationId xmlns:a16="http://schemas.microsoft.com/office/drawing/2014/main" id="{D9153453-6031-4E1C-971E-C9EA1541A76A}"/>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13</a:t>
            </a:r>
          </a:p>
        </p:txBody>
      </p:sp>
      <p:sp>
        <p:nvSpPr>
          <p:cNvPr id="3" name="text-74">
            <a:extLst xmlns:a="http://schemas.openxmlformats.org/drawingml/2006/main">
              <a:ext uri="{FF2B5EF4-FFF2-40B4-BE49-F238E27FC236}">
                <a16:creationId xmlns:a16="http://schemas.microsoft.com/office/drawing/2014/main" id="{55CED1FA-9C42-4989-94D5-11BC701DF8C9}"/>
              </a:ext>
            </a:extLst>
          </p:cNvPr>
          <p:cNvSpPr>
            <a:spLocks xmlns:a="http://schemas.openxmlformats.org/drawingml/2006/main" noGrp="1"/>
          </p:cNvSpPr>
          <p:nvPr/>
        </p:nvSpPr>
        <p:spPr>
          <a:xfrm xmlns:a="http://schemas.openxmlformats.org/drawingml/2006/main">
            <a:off x="647700" y="1838325"/>
            <a:ext cx="4191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B39"/>
                </a:solidFill>
                <a:latin typeface="DejaVu Sans"/>
                <a:ea typeface="DejaVu Sans"/>
                <a:cs typeface="DejaVu Sans"/>
              </a:defRPr>
            </a:defPPr>
            <a:lvl1pPr>
              <a:defRPr sz="2175" b="0">
                <a:solidFill>
                  <a:srgbClr val="172B39"/>
                </a:solidFill>
                <a:latin typeface="DejaVu Sans"/>
                <a:ea typeface="DejaVu Sans"/>
                <a:cs typeface="DejaVu Sans"/>
              </a:defRPr>
            </a:lvl1pPr>
            <a:lvl2pPr>
              <a:defRPr sz="2175" b="0">
                <a:solidFill>
                  <a:srgbClr val="172B39"/>
                </a:solidFill>
                <a:latin typeface="DejaVu Sans"/>
                <a:ea typeface="DejaVu Sans"/>
                <a:cs typeface="DejaVu Sans"/>
              </a:defRPr>
            </a:lvl2pPr>
            <a:lvl3pPr>
              <a:defRPr sz="2175" b="0">
                <a:solidFill>
                  <a:srgbClr val="172B39"/>
                </a:solidFill>
                <a:latin typeface="DejaVu Sans"/>
                <a:ea typeface="DejaVu Sans"/>
                <a:cs typeface="DejaVu Sans"/>
              </a:defRPr>
            </a:lvl3pPr>
            <a:lvl4pPr>
              <a:defRPr sz="2175" b="0">
                <a:solidFill>
                  <a:srgbClr val="172B39"/>
                </a:solidFill>
                <a:latin typeface="DejaVu Sans"/>
                <a:ea typeface="DejaVu Sans"/>
                <a:cs typeface="DejaVu Sans"/>
              </a:defRPr>
            </a:lvl4pPr>
            <a:lvl5pPr>
              <a:defRPr sz="2175" b="0">
                <a:solidFill>
                  <a:srgbClr val="172B39"/>
                </a:solidFill>
                <a:latin typeface="DejaVu Sans"/>
                <a:ea typeface="DejaVu Sans"/>
                <a:cs typeface="DejaVu Sans"/>
              </a:defRPr>
            </a:lvl5pPr>
            <a:lvl6pPr>
              <a:defRPr sz="2175" b="0">
                <a:solidFill>
                  <a:srgbClr val="172B39"/>
                </a:solidFill>
                <a:latin typeface="DejaVu Sans"/>
                <a:ea typeface="DejaVu Sans"/>
                <a:cs typeface="DejaVu Sans"/>
              </a:defRPr>
            </a:lvl6pPr>
            <a:lvl7pPr>
              <a:defRPr sz="2175" b="0">
                <a:solidFill>
                  <a:srgbClr val="172B39"/>
                </a:solidFill>
                <a:latin typeface="DejaVu Sans"/>
                <a:ea typeface="DejaVu Sans"/>
                <a:cs typeface="DejaVu Sans"/>
              </a:defRPr>
            </a:lvl7pPr>
            <a:lvl8pPr>
              <a:defRPr sz="2175" b="0">
                <a:solidFill>
                  <a:srgbClr val="172B39"/>
                </a:solidFill>
                <a:latin typeface="DejaVu Sans"/>
                <a:ea typeface="DejaVu Sans"/>
                <a:cs typeface="DejaVu Sans"/>
              </a:defRPr>
            </a:lvl8pPr>
            <a:lvl9pPr>
              <a:defRPr sz="2175" b="0">
                <a:solidFill>
                  <a:srgbClr val="172B39"/>
                </a:solidFill>
                <a:latin typeface="DejaVu Sans"/>
                <a:ea typeface="DejaVu Sans"/>
                <a:cs typeface="DejaVu Sans"/>
              </a:defRPr>
            </a:lvl9pPr>
          </a:lstStyle>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total được khởi tạo trước vòng lặp.</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Mỗi lượt cộng thêm i vào giá trị cũ.</a:t>
            </a:r>
          </a:p>
        </p:txBody>
      </p:sp>
      <p:sp>
        <p:nvSpPr>
          <p:cNvPr id="4" name="surface-75">
            <a:extLst xmlns:a="http://schemas.openxmlformats.org/drawingml/2006/main">
              <a:ext uri="{FF2B5EF4-FFF2-40B4-BE49-F238E27FC236}">
                <a16:creationId xmlns:a16="http://schemas.microsoft.com/office/drawing/2014/main" id="{D96A3211-21E1-429F-AADE-FF9757EC6541}"/>
              </a:ext>
            </a:extLst>
          </p:cNvPr>
          <p:cNvSpPr>
            <a:spLocks xmlns:a="http://schemas.openxmlformats.org/drawingml/2006/main" noGrp="1"/>
          </p:cNvSpPr>
          <p:nvPr/>
        </p:nvSpPr>
        <p:spPr>
          <a:xfrm xmlns:a="http://schemas.openxmlformats.org/drawingml/2006/main">
            <a:off x="5191125" y="1762125"/>
            <a:ext cx="6381750" cy="2171700"/>
          </a:xfrm>
          <a:prstGeom xmlns:a="http://schemas.openxmlformats.org/drawingml/2006/main" prst="rect">
            <a:avLst/>
          </a:prstGeom>
          <a:solidFill xmlns:a="http://schemas.openxmlformats.org/drawingml/2006/main">
            <a:srgbClr val="152B37"/>
          </a:solidFill>
          <a:ln xmlns:a="http://schemas.openxmlformats.org/drawingml/2006/main" w="0">
            <a:noFill/>
            <a:prstDash val="solid"/>
          </a:ln>
        </p:spPr>
      </p:sp>
      <p:sp>
        <p:nvSpPr>
          <p:cNvPr id="5" name="text-76">
            <a:extLst xmlns:a="http://schemas.openxmlformats.org/drawingml/2006/main">
              <a:ext uri="{FF2B5EF4-FFF2-40B4-BE49-F238E27FC236}">
                <a16:creationId xmlns:a16="http://schemas.microsoft.com/office/drawing/2014/main" id="{A60544FE-374C-44D6-B4A0-5CBE91EE26FB}"/>
              </a:ext>
            </a:extLst>
          </p:cNvPr>
          <p:cNvSpPr>
            <a:spLocks xmlns:a="http://schemas.openxmlformats.org/drawingml/2006/main" noGrp="1"/>
          </p:cNvSpPr>
          <p:nvPr/>
        </p:nvSpPr>
        <p:spPr>
          <a:xfrm xmlns:a="http://schemas.openxmlformats.org/drawingml/2006/main">
            <a:off x="5438775" y="19526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total = 0</a:t>
            </a:r>
          </a:p>
        </p:txBody>
      </p:sp>
      <p:sp>
        <p:nvSpPr>
          <p:cNvPr id="6" name="text-77">
            <a:extLst xmlns:a="http://schemas.openxmlformats.org/drawingml/2006/main">
              <a:ext uri="{FF2B5EF4-FFF2-40B4-BE49-F238E27FC236}">
                <a16:creationId xmlns:a16="http://schemas.microsoft.com/office/drawing/2014/main" id="{093DA4D4-DDC4-459A-BE4E-C6D2CF9D953E}"/>
              </a:ext>
            </a:extLst>
          </p:cNvPr>
          <p:cNvSpPr>
            <a:spLocks xmlns:a="http://schemas.openxmlformats.org/drawingml/2006/main" noGrp="1"/>
          </p:cNvSpPr>
          <p:nvPr/>
        </p:nvSpPr>
        <p:spPr>
          <a:xfrm xmlns:a="http://schemas.openxmlformats.org/drawingml/2006/main">
            <a:off x="5438775" y="24003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for i in range(1, 5):</a:t>
            </a:r>
          </a:p>
        </p:txBody>
      </p:sp>
      <p:sp>
        <p:nvSpPr>
          <p:cNvPr id="7" name="text-78">
            <a:extLst xmlns:a="http://schemas.openxmlformats.org/drawingml/2006/main">
              <a:ext uri="{FF2B5EF4-FFF2-40B4-BE49-F238E27FC236}">
                <a16:creationId xmlns:a16="http://schemas.microsoft.com/office/drawing/2014/main" id="{564FA83B-33A4-4142-904B-082C1C956CF5}"/>
              </a:ext>
            </a:extLst>
          </p:cNvPr>
          <p:cNvSpPr>
            <a:spLocks xmlns:a="http://schemas.openxmlformats.org/drawingml/2006/main" noGrp="1"/>
          </p:cNvSpPr>
          <p:nvPr/>
        </p:nvSpPr>
        <p:spPr>
          <a:xfrm xmlns:a="http://schemas.openxmlformats.org/drawingml/2006/main">
            <a:off x="5438775" y="28479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total = total + i</a:t>
            </a:r>
          </a:p>
        </p:txBody>
      </p:sp>
      <p:sp>
        <p:nvSpPr>
          <p:cNvPr id="8" name="text-79">
            <a:extLst xmlns:a="http://schemas.openxmlformats.org/drawingml/2006/main">
              <a:ext uri="{FF2B5EF4-FFF2-40B4-BE49-F238E27FC236}">
                <a16:creationId xmlns:a16="http://schemas.microsoft.com/office/drawing/2014/main" id="{F725FD7D-3CDE-4A43-97FF-5A3D28722B9F}"/>
              </a:ext>
            </a:extLst>
          </p:cNvPr>
          <p:cNvSpPr>
            <a:spLocks xmlns:a="http://schemas.openxmlformats.org/drawingml/2006/main" noGrp="1"/>
          </p:cNvSpPr>
          <p:nvPr/>
        </p:nvSpPr>
        <p:spPr>
          <a:xfrm xmlns:a="http://schemas.openxmlformats.org/drawingml/2006/main">
            <a:off x="5438775" y="329565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print(total)</a:t>
            </a:r>
          </a:p>
        </p:txBody>
      </p:sp>
    </p:spTree>
    <p:extLst>
      <p:ext uri="{BB962C8B-B14F-4D97-AF65-F5344CB8AC3E}">
        <p14:creationId xmlns:p14="http://schemas.microsoft.com/office/powerpoint/2010/main" val="87895506"/>
      </p:ext>
    </p:extLst>
  </p:cSld>
</p:sld>
</file>

<file path=ppt/slides/slide1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80">
            <a:extLst xmlns:a="http://schemas.openxmlformats.org/drawingml/2006/main">
              <a:ext uri="{FF2B5EF4-FFF2-40B4-BE49-F238E27FC236}">
                <a16:creationId xmlns:a16="http://schemas.microsoft.com/office/drawing/2014/main" id="{EE84E48F-97A1-407D-97A9-28BD0F990350}"/>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Theo dõi từng lượt lặp</a:t>
            </a:r>
          </a:p>
        </p:txBody>
      </p:sp>
      <p:sp>
        <p:nvSpPr>
          <p:cNvPr id="2" name="text-81">
            <a:extLst xmlns:a="http://schemas.openxmlformats.org/drawingml/2006/main">
              <a:ext uri="{FF2B5EF4-FFF2-40B4-BE49-F238E27FC236}">
                <a16:creationId xmlns:a16="http://schemas.microsoft.com/office/drawing/2014/main" id="{EAA0B9E6-2777-4A75-880F-45F041AEC00F}"/>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14</a:t>
            </a:r>
          </a:p>
        </p:txBody>
      </p:sp>
      <p:graphicFrame>
        <p:nvGraphicFramePr>
          <p:cNvPr id="3" name="">
            <a:extLst xmlns:a="http://schemas.openxmlformats.org/drawingml/2006/main">
              <a:ext uri="{FF2B5EF4-FFF2-40B4-BE49-F238E27FC236}">
                <a16:creationId xmlns:a16="http://schemas.microsoft.com/office/drawing/2014/main" id="{576A3F6E-4C25-4609-A3E2-5DFE518308BC}"/>
              </a:ext>
            </a:extLst>
          </p:cNvPr>
          <p:cNvGraphicFramePr/>
          <p:nvPr/>
        </p:nvGraphicFramePr>
        <p:xfrm>
          <a:off xmlns:a="http://schemas.openxmlformats.org/drawingml/2006/main" x="609600" y="1762125"/>
          <a:ext xmlns:a="http://schemas.openxmlformats.org/drawingml/2006/main" cx="10953750" cy="3333750"/>
        </p:xfrm>
        <a:graphic xmlns:a="http://schemas.openxmlformats.org/drawingml/2006/main">
          <a:graphicData uri="http://schemas.openxmlformats.org/drawingml/2006/table">
            <a:tbl>
              <a:tblPr/>
              <a:tblGrid>
                <a:gridCol w="2738438"/>
                <a:gridCol w="2738438"/>
                <a:gridCol w="2738438"/>
                <a:gridCol w="2738438"/>
              </a:tblGrid>
              <a:tr h="666750">
                <a:tc>
                  <a:txBody>
                    <a:bodyPr lIns="133350" tIns="133350" rIns="133350" bIns="133350"/>
                    <a:lstStyle/>
                    <a:p>
                      <a:r>
                        <a:rPr sz="1800" b="1">
                          <a:solidFill>
                            <a:srgbClr val="FFFFFF"/>
                          </a:solidFill>
                          <a:latin typeface="DejaVu Sans"/>
                          <a:ea typeface="DejaVu Sans"/>
                          <a:cs typeface="DejaVu Sans"/>
                        </a:rPr>
                        <a:t>Lượt</a:t>
                      </a:r>
                    </a:p>
                  </a:txBody>
                  <a:tcPr marL="91440" marR="91440" marT="45720" marB="45720" anchor="ctr">
                    <a:lnL w="9525">
                      <a:solidFill>
                        <a:srgbClr val="D7DDD9"/>
                      </a:solidFill>
                      <a:prstDash val="solid"/>
                    </a:lnL>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i</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total trước</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total sau</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r>
              <a:tr h="666750">
                <a:tc>
                  <a:txBody>
                    <a:bodyPr lIns="133350" tIns="133350" rIns="133350" bIns="133350"/>
                    <a:lstStyle/>
                    <a:p>
                      <a:r>
                        <a:rPr sz="2025" b="0">
                          <a:solidFill>
                            <a:srgbClr val="172B39"/>
                          </a:solidFill>
                          <a:latin typeface="DejaVu Sans Mono"/>
                          <a:ea typeface="DejaVu Sans Mono"/>
                          <a:cs typeface="DejaVu Sans Mono"/>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1</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0</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1</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2</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1</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3</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3</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3</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3</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6</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4</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4</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6</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10</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bl>
          </a:graphicData>
        </a:graphic>
      </p:graphicFrame>
      <p:sp>
        <p:nvSpPr>
          <p:cNvPr id="4" name="text-82">
            <a:extLst xmlns:a="http://schemas.openxmlformats.org/drawingml/2006/main">
              <a:ext uri="{FF2B5EF4-FFF2-40B4-BE49-F238E27FC236}">
                <a16:creationId xmlns:a16="http://schemas.microsoft.com/office/drawing/2014/main" id="{4FD4388B-9C3C-4433-81F8-5D4104A919A5}"/>
              </a:ext>
            </a:extLst>
          </p:cNvPr>
          <p:cNvSpPr>
            <a:spLocks xmlns:a="http://schemas.openxmlformats.org/drawingml/2006/main" noGrp="1"/>
          </p:cNvSpPr>
          <p:nvPr/>
        </p:nvSpPr>
        <p:spPr>
          <a:xfrm xmlns:a="http://schemas.openxmlformats.org/drawingml/2006/main">
            <a:off x="647700" y="5438775"/>
            <a:ext cx="1081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D45B2C"/>
                </a:solidFill>
                <a:latin typeface="DejaVu Sans"/>
                <a:ea typeface="DejaVu Sans"/>
                <a:cs typeface="DejaVu Sans"/>
              </a:defRPr>
            </a:defPPr>
            <a:lvl1pPr>
              <a:defRPr sz="2175" b="1">
                <a:solidFill>
                  <a:srgbClr val="D45B2C"/>
                </a:solidFill>
                <a:latin typeface="DejaVu Sans"/>
                <a:ea typeface="DejaVu Sans"/>
                <a:cs typeface="DejaVu Sans"/>
              </a:defRPr>
            </a:lvl1pPr>
            <a:lvl2pPr>
              <a:defRPr sz="2175" b="1">
                <a:solidFill>
                  <a:srgbClr val="D45B2C"/>
                </a:solidFill>
                <a:latin typeface="DejaVu Sans"/>
                <a:ea typeface="DejaVu Sans"/>
                <a:cs typeface="DejaVu Sans"/>
              </a:defRPr>
            </a:lvl2pPr>
            <a:lvl3pPr>
              <a:defRPr sz="2175" b="1">
                <a:solidFill>
                  <a:srgbClr val="D45B2C"/>
                </a:solidFill>
                <a:latin typeface="DejaVu Sans"/>
                <a:ea typeface="DejaVu Sans"/>
                <a:cs typeface="DejaVu Sans"/>
              </a:defRPr>
            </a:lvl3pPr>
            <a:lvl4pPr>
              <a:defRPr sz="2175" b="1">
                <a:solidFill>
                  <a:srgbClr val="D45B2C"/>
                </a:solidFill>
                <a:latin typeface="DejaVu Sans"/>
                <a:ea typeface="DejaVu Sans"/>
                <a:cs typeface="DejaVu Sans"/>
              </a:defRPr>
            </a:lvl4pPr>
            <a:lvl5pPr>
              <a:defRPr sz="2175" b="1">
                <a:solidFill>
                  <a:srgbClr val="D45B2C"/>
                </a:solidFill>
                <a:latin typeface="DejaVu Sans"/>
                <a:ea typeface="DejaVu Sans"/>
                <a:cs typeface="DejaVu Sans"/>
              </a:defRPr>
            </a:lvl5pPr>
            <a:lvl6pPr>
              <a:defRPr sz="2175" b="1">
                <a:solidFill>
                  <a:srgbClr val="D45B2C"/>
                </a:solidFill>
                <a:latin typeface="DejaVu Sans"/>
                <a:ea typeface="DejaVu Sans"/>
                <a:cs typeface="DejaVu Sans"/>
              </a:defRPr>
            </a:lvl6pPr>
            <a:lvl7pPr>
              <a:defRPr sz="2175" b="1">
                <a:solidFill>
                  <a:srgbClr val="D45B2C"/>
                </a:solidFill>
                <a:latin typeface="DejaVu Sans"/>
                <a:ea typeface="DejaVu Sans"/>
                <a:cs typeface="DejaVu Sans"/>
              </a:defRPr>
            </a:lvl7pPr>
            <a:lvl8pPr>
              <a:defRPr sz="2175" b="1">
                <a:solidFill>
                  <a:srgbClr val="D45B2C"/>
                </a:solidFill>
                <a:latin typeface="DejaVu Sans"/>
                <a:ea typeface="DejaVu Sans"/>
                <a:cs typeface="DejaVu Sans"/>
              </a:defRPr>
            </a:lvl8pPr>
            <a:lvl9pPr>
              <a:defRPr sz="2175" b="1">
                <a:solidFill>
                  <a:srgbClr val="D45B2C"/>
                </a:solidFill>
                <a:latin typeface="DejaVu Sans"/>
                <a:ea typeface="DejaVu Sans"/>
                <a:cs typeface="DejaVu Sans"/>
              </a:defRPr>
            </a:lvl9pPr>
          </a:lstStyle>
          <a:p xmlns:a="http://schemas.openxmlformats.org/drawingml/2006/main">
            <a:pPr>
              <a:defRPr sz="2175" b="1">
                <a:solidFill>
                  <a:srgbClr val="D45B2C"/>
                </a:solidFill>
                <a:latin typeface="DejaVu Sans"/>
                <a:ea typeface="DejaVu Sans"/>
                <a:cs typeface="DejaVu Sans"/>
              </a:defRPr>
            </a:pPr>
            <a:r>
              <a:rPr sz="2175" b="1">
                <a:solidFill>
                  <a:srgbClr val="D45B2C"/>
                </a:solidFill>
                <a:latin typeface="DejaVu Sans"/>
                <a:ea typeface="DejaVu Sans"/>
                <a:cs typeface="DejaVu Sans"/>
              </a:rPr>
              <a:t>total = total + i</a:t>
            </a:r>
          </a:p>
        </p:txBody>
      </p:sp>
    </p:spTree>
    <p:extLst>
      <p:ext uri="{BB962C8B-B14F-4D97-AF65-F5344CB8AC3E}">
        <p14:creationId xmlns:p14="http://schemas.microsoft.com/office/powerpoint/2010/main" val="848418115"/>
      </p:ext>
    </p:extLst>
  </p:cSld>
</p:sld>
</file>

<file path=ppt/slides/slide1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text-83">
            <a:extLst xmlns:a="http://schemas.openxmlformats.org/drawingml/2006/main">
              <a:ext uri="{FF2B5EF4-FFF2-40B4-BE49-F238E27FC236}">
                <a16:creationId xmlns:a16="http://schemas.microsoft.com/office/drawing/2014/main" id="{484C5FC0-8858-4F86-86EF-96C981481460}"/>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for kết hợp if</a:t>
            </a:r>
          </a:p>
        </p:txBody>
      </p:sp>
      <p:sp>
        <p:nvSpPr>
          <p:cNvPr id="2" name="text-84">
            <a:extLst xmlns:a="http://schemas.openxmlformats.org/drawingml/2006/main">
              <a:ext uri="{FF2B5EF4-FFF2-40B4-BE49-F238E27FC236}">
                <a16:creationId xmlns:a16="http://schemas.microsoft.com/office/drawing/2014/main" id="{C38BBEF5-438B-465B-8FB2-32CFC949EAB3}"/>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15</a:t>
            </a:r>
          </a:p>
        </p:txBody>
      </p:sp>
      <p:sp>
        <p:nvSpPr>
          <p:cNvPr id="3" name="text-85">
            <a:extLst xmlns:a="http://schemas.openxmlformats.org/drawingml/2006/main">
              <a:ext uri="{FF2B5EF4-FFF2-40B4-BE49-F238E27FC236}">
                <a16:creationId xmlns:a16="http://schemas.microsoft.com/office/drawing/2014/main" id="{E87B4654-A165-4F98-8A51-2E26F0DD1C81}"/>
              </a:ext>
            </a:extLst>
          </p:cNvPr>
          <p:cNvSpPr>
            <a:spLocks xmlns:a="http://schemas.openxmlformats.org/drawingml/2006/main" noGrp="1"/>
          </p:cNvSpPr>
          <p:nvPr/>
        </p:nvSpPr>
        <p:spPr>
          <a:xfrm xmlns:a="http://schemas.openxmlformats.org/drawingml/2006/main">
            <a:off x="647700" y="1838325"/>
            <a:ext cx="4191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B39"/>
                </a:solidFill>
                <a:latin typeface="DejaVu Sans"/>
                <a:ea typeface="DejaVu Sans"/>
                <a:cs typeface="DejaVu Sans"/>
              </a:defRPr>
            </a:defPPr>
            <a:lvl1pPr>
              <a:defRPr sz="2175" b="0">
                <a:solidFill>
                  <a:srgbClr val="172B39"/>
                </a:solidFill>
                <a:latin typeface="DejaVu Sans"/>
                <a:ea typeface="DejaVu Sans"/>
                <a:cs typeface="DejaVu Sans"/>
              </a:defRPr>
            </a:lvl1pPr>
            <a:lvl2pPr>
              <a:defRPr sz="2175" b="0">
                <a:solidFill>
                  <a:srgbClr val="172B39"/>
                </a:solidFill>
                <a:latin typeface="DejaVu Sans"/>
                <a:ea typeface="DejaVu Sans"/>
                <a:cs typeface="DejaVu Sans"/>
              </a:defRPr>
            </a:lvl2pPr>
            <a:lvl3pPr>
              <a:defRPr sz="2175" b="0">
                <a:solidFill>
                  <a:srgbClr val="172B39"/>
                </a:solidFill>
                <a:latin typeface="DejaVu Sans"/>
                <a:ea typeface="DejaVu Sans"/>
                <a:cs typeface="DejaVu Sans"/>
              </a:defRPr>
            </a:lvl3pPr>
            <a:lvl4pPr>
              <a:defRPr sz="2175" b="0">
                <a:solidFill>
                  <a:srgbClr val="172B39"/>
                </a:solidFill>
                <a:latin typeface="DejaVu Sans"/>
                <a:ea typeface="DejaVu Sans"/>
                <a:cs typeface="DejaVu Sans"/>
              </a:defRPr>
            </a:lvl4pPr>
            <a:lvl5pPr>
              <a:defRPr sz="2175" b="0">
                <a:solidFill>
                  <a:srgbClr val="172B39"/>
                </a:solidFill>
                <a:latin typeface="DejaVu Sans"/>
                <a:ea typeface="DejaVu Sans"/>
                <a:cs typeface="DejaVu Sans"/>
              </a:defRPr>
            </a:lvl5pPr>
            <a:lvl6pPr>
              <a:defRPr sz="2175" b="0">
                <a:solidFill>
                  <a:srgbClr val="172B39"/>
                </a:solidFill>
                <a:latin typeface="DejaVu Sans"/>
                <a:ea typeface="DejaVu Sans"/>
                <a:cs typeface="DejaVu Sans"/>
              </a:defRPr>
            </a:lvl6pPr>
            <a:lvl7pPr>
              <a:defRPr sz="2175" b="0">
                <a:solidFill>
                  <a:srgbClr val="172B39"/>
                </a:solidFill>
                <a:latin typeface="DejaVu Sans"/>
                <a:ea typeface="DejaVu Sans"/>
                <a:cs typeface="DejaVu Sans"/>
              </a:defRPr>
            </a:lvl7pPr>
            <a:lvl8pPr>
              <a:defRPr sz="2175" b="0">
                <a:solidFill>
                  <a:srgbClr val="172B39"/>
                </a:solidFill>
                <a:latin typeface="DejaVu Sans"/>
                <a:ea typeface="DejaVu Sans"/>
                <a:cs typeface="DejaVu Sans"/>
              </a:defRPr>
            </a:lvl8pPr>
            <a:lvl9pPr>
              <a:defRPr sz="2175" b="0">
                <a:solidFill>
                  <a:srgbClr val="172B39"/>
                </a:solidFill>
                <a:latin typeface="DejaVu Sans"/>
                <a:ea typeface="DejaVu Sans"/>
                <a:cs typeface="DejaVu Sans"/>
              </a:defRPr>
            </a:lvl9pPr>
          </a:lstStyle>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Chỉ cộng các số chẵn từ 1 đến 6.</a:t>
            </a:r>
          </a:p>
          <a:p xmlns:a="http://schemas.openxmlformats.org/drawingml/2006/main">
            <a:r>
              <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 2 == 0 nhận biết số chẵn.</a:t>
            </a:r>
          </a:p>
        </p:txBody>
      </p:sp>
      <p:sp>
        <p:nvSpPr>
          <p:cNvPr id="4" name="surface-86">
            <a:extLst xmlns:a="http://schemas.openxmlformats.org/drawingml/2006/main">
              <a:ext uri="{FF2B5EF4-FFF2-40B4-BE49-F238E27FC236}">
                <a16:creationId xmlns:a16="http://schemas.microsoft.com/office/drawing/2014/main" id="{ED621B5B-D9E0-4CBF-BA54-42648AD41B9D}"/>
              </a:ext>
            </a:extLst>
          </p:cNvPr>
          <p:cNvSpPr>
            <a:spLocks xmlns:a="http://schemas.openxmlformats.org/drawingml/2006/main" noGrp="1"/>
          </p:cNvSpPr>
          <p:nvPr/>
        </p:nvSpPr>
        <p:spPr>
          <a:xfrm xmlns:a="http://schemas.openxmlformats.org/drawingml/2006/main">
            <a:off x="5191125" y="1762125"/>
            <a:ext cx="6381750" cy="2619375"/>
          </a:xfrm>
          <a:prstGeom xmlns:a="http://schemas.openxmlformats.org/drawingml/2006/main" prst="rect">
            <a:avLst/>
          </a:prstGeom>
          <a:solidFill xmlns:a="http://schemas.openxmlformats.org/drawingml/2006/main">
            <a:srgbClr val="152B37"/>
          </a:solidFill>
          <a:ln xmlns:a="http://schemas.openxmlformats.org/drawingml/2006/main" w="0">
            <a:noFill/>
            <a:prstDash val="solid"/>
          </a:ln>
        </p:spPr>
      </p:sp>
      <p:sp>
        <p:nvSpPr>
          <p:cNvPr id="5" name="text-87">
            <a:extLst xmlns:a="http://schemas.openxmlformats.org/drawingml/2006/main">
              <a:ext uri="{FF2B5EF4-FFF2-40B4-BE49-F238E27FC236}">
                <a16:creationId xmlns:a16="http://schemas.microsoft.com/office/drawing/2014/main" id="{BC65E751-C46E-4F1A-8E6E-4E6ED4A5392D}"/>
              </a:ext>
            </a:extLst>
          </p:cNvPr>
          <p:cNvSpPr>
            <a:spLocks xmlns:a="http://schemas.openxmlformats.org/drawingml/2006/main" noGrp="1"/>
          </p:cNvSpPr>
          <p:nvPr/>
        </p:nvSpPr>
        <p:spPr>
          <a:xfrm xmlns:a="http://schemas.openxmlformats.org/drawingml/2006/main">
            <a:off x="5438775" y="19526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total = 0</a:t>
            </a:r>
          </a:p>
        </p:txBody>
      </p:sp>
      <p:sp>
        <p:nvSpPr>
          <p:cNvPr id="6" name="text-88">
            <a:extLst xmlns:a="http://schemas.openxmlformats.org/drawingml/2006/main">
              <a:ext uri="{FF2B5EF4-FFF2-40B4-BE49-F238E27FC236}">
                <a16:creationId xmlns:a16="http://schemas.microsoft.com/office/drawing/2014/main" id="{13818304-C7F8-4E96-8BF3-F3AF19D5115D}"/>
              </a:ext>
            </a:extLst>
          </p:cNvPr>
          <p:cNvSpPr>
            <a:spLocks xmlns:a="http://schemas.openxmlformats.org/drawingml/2006/main" noGrp="1"/>
          </p:cNvSpPr>
          <p:nvPr/>
        </p:nvSpPr>
        <p:spPr>
          <a:xfrm xmlns:a="http://schemas.openxmlformats.org/drawingml/2006/main">
            <a:off x="5438775" y="24003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for i in range(1, 7):</a:t>
            </a:r>
          </a:p>
        </p:txBody>
      </p:sp>
      <p:sp>
        <p:nvSpPr>
          <p:cNvPr id="7" name="text-89">
            <a:extLst xmlns:a="http://schemas.openxmlformats.org/drawingml/2006/main">
              <a:ext uri="{FF2B5EF4-FFF2-40B4-BE49-F238E27FC236}">
                <a16:creationId xmlns:a16="http://schemas.microsoft.com/office/drawing/2014/main" id="{8ABFA2F3-FCED-4DF9-B5D8-03B60BA68582}"/>
              </a:ext>
            </a:extLst>
          </p:cNvPr>
          <p:cNvSpPr>
            <a:spLocks xmlns:a="http://schemas.openxmlformats.org/drawingml/2006/main" noGrp="1"/>
          </p:cNvSpPr>
          <p:nvPr/>
        </p:nvSpPr>
        <p:spPr>
          <a:xfrm xmlns:a="http://schemas.openxmlformats.org/drawingml/2006/main">
            <a:off x="5438775" y="28479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if i % 2 == 0:</a:t>
            </a:r>
          </a:p>
        </p:txBody>
      </p:sp>
      <p:sp>
        <p:nvSpPr>
          <p:cNvPr id="8" name="text-90">
            <a:extLst xmlns:a="http://schemas.openxmlformats.org/drawingml/2006/main">
              <a:ext uri="{FF2B5EF4-FFF2-40B4-BE49-F238E27FC236}">
                <a16:creationId xmlns:a16="http://schemas.microsoft.com/office/drawing/2014/main" id="{69E1BCAF-1223-4A6F-8109-EE5B827D2846}"/>
              </a:ext>
            </a:extLst>
          </p:cNvPr>
          <p:cNvSpPr>
            <a:spLocks xmlns:a="http://schemas.openxmlformats.org/drawingml/2006/main" noGrp="1"/>
          </p:cNvSpPr>
          <p:nvPr/>
        </p:nvSpPr>
        <p:spPr>
          <a:xfrm xmlns:a="http://schemas.openxmlformats.org/drawingml/2006/main">
            <a:off x="5438775" y="329565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total += i</a:t>
            </a:r>
          </a:p>
        </p:txBody>
      </p:sp>
      <p:sp>
        <p:nvSpPr>
          <p:cNvPr id="9" name="text-91">
            <a:extLst xmlns:a="http://schemas.openxmlformats.org/drawingml/2006/main">
              <a:ext uri="{FF2B5EF4-FFF2-40B4-BE49-F238E27FC236}">
                <a16:creationId xmlns:a16="http://schemas.microsoft.com/office/drawing/2014/main" id="{55328BBB-7548-478B-91BA-28C59080B1CA}"/>
              </a:ext>
            </a:extLst>
          </p:cNvPr>
          <p:cNvSpPr>
            <a:spLocks xmlns:a="http://schemas.openxmlformats.org/drawingml/2006/main" noGrp="1"/>
          </p:cNvSpPr>
          <p:nvPr/>
        </p:nvSpPr>
        <p:spPr>
          <a:xfrm xmlns:a="http://schemas.openxmlformats.org/drawingml/2006/main">
            <a:off x="5438775" y="37433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print(total)</a:t>
            </a:r>
          </a:p>
        </p:txBody>
      </p:sp>
    </p:spTree>
    <p:extLst>
      <p:ext uri="{BB962C8B-B14F-4D97-AF65-F5344CB8AC3E}">
        <p14:creationId xmlns:p14="http://schemas.microsoft.com/office/powerpoint/2010/main" val="798616880"/>
      </p:ext>
    </p:extLst>
  </p:cSld>
</p:sld>
</file>

<file path=ppt/slides/slide16.xml><?xml version="1.0" encoding="utf-8"?>
<p:sld xmlns:p="http://schemas.openxmlformats.org/presentationml/2006/main">
  <p:cSld>
    <p:bg>
      <p:bgPr>
        <a:solidFill xmlns:a="http://schemas.openxmlformats.org/drawingml/2006/main">
          <a:srgbClr val="152B37"/>
        </a:solidFill>
      </p:bgPr>
    </p:bg>
    <p:spTree>
      <p:nvGrpSpPr>
        <p:cNvPr id="1" name=""/>
        <p:cNvGrpSpPr/>
        <p:nvPr/>
      </p:nvGrpSpPr>
      <p:grpSpPr>
        <a:xfrm xmlns:a="http://schemas.openxmlformats.org/drawingml/2006/main"/>
      </p:grpSpPr>
      <p:sp>
        <p:nvSpPr>
          <p:cNvPr id="4" name="text-92">
            <a:extLst xmlns:a="http://schemas.openxmlformats.org/drawingml/2006/main">
              <a:ext uri="{FF2B5EF4-FFF2-40B4-BE49-F238E27FC236}">
                <a16:creationId xmlns:a16="http://schemas.microsoft.com/office/drawing/2014/main" id="{81A06030-15BE-4B4D-A582-FE2049CD4FC1}"/>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FFFFFF"/>
                </a:solidFill>
                <a:latin typeface="DejaVu Sans"/>
                <a:ea typeface="DejaVu Sans"/>
                <a:cs typeface="DejaVu Sans"/>
              </a:defRPr>
            </a:defPPr>
            <a:lvl1pPr>
              <a:defRPr sz="3450" b="1">
                <a:solidFill>
                  <a:srgbClr val="FFFFFF"/>
                </a:solidFill>
                <a:latin typeface="DejaVu Sans"/>
                <a:ea typeface="DejaVu Sans"/>
                <a:cs typeface="DejaVu Sans"/>
              </a:defRPr>
            </a:lvl1pPr>
            <a:lvl2pPr>
              <a:defRPr sz="3450" b="1">
                <a:solidFill>
                  <a:srgbClr val="FFFFFF"/>
                </a:solidFill>
                <a:latin typeface="DejaVu Sans"/>
                <a:ea typeface="DejaVu Sans"/>
                <a:cs typeface="DejaVu Sans"/>
              </a:defRPr>
            </a:lvl2pPr>
            <a:lvl3pPr>
              <a:defRPr sz="3450" b="1">
                <a:solidFill>
                  <a:srgbClr val="FFFFFF"/>
                </a:solidFill>
                <a:latin typeface="DejaVu Sans"/>
                <a:ea typeface="DejaVu Sans"/>
                <a:cs typeface="DejaVu Sans"/>
              </a:defRPr>
            </a:lvl3pPr>
            <a:lvl4pPr>
              <a:defRPr sz="3450" b="1">
                <a:solidFill>
                  <a:srgbClr val="FFFFFF"/>
                </a:solidFill>
                <a:latin typeface="DejaVu Sans"/>
                <a:ea typeface="DejaVu Sans"/>
                <a:cs typeface="DejaVu Sans"/>
              </a:defRPr>
            </a:lvl4pPr>
            <a:lvl5pPr>
              <a:defRPr sz="3450" b="1">
                <a:solidFill>
                  <a:srgbClr val="FFFFFF"/>
                </a:solidFill>
                <a:latin typeface="DejaVu Sans"/>
                <a:ea typeface="DejaVu Sans"/>
                <a:cs typeface="DejaVu Sans"/>
              </a:defRPr>
            </a:lvl5pPr>
            <a:lvl6pPr>
              <a:defRPr sz="3450" b="1">
                <a:solidFill>
                  <a:srgbClr val="FFFFFF"/>
                </a:solidFill>
                <a:latin typeface="DejaVu Sans"/>
                <a:ea typeface="DejaVu Sans"/>
                <a:cs typeface="DejaVu Sans"/>
              </a:defRPr>
            </a:lvl6pPr>
            <a:lvl7pPr>
              <a:defRPr sz="3450" b="1">
                <a:solidFill>
                  <a:srgbClr val="FFFFFF"/>
                </a:solidFill>
                <a:latin typeface="DejaVu Sans"/>
                <a:ea typeface="DejaVu Sans"/>
                <a:cs typeface="DejaVu Sans"/>
              </a:defRPr>
            </a:lvl7pPr>
            <a:lvl8pPr>
              <a:defRPr sz="3450" b="1">
                <a:solidFill>
                  <a:srgbClr val="FFFFFF"/>
                </a:solidFill>
                <a:latin typeface="DejaVu Sans"/>
                <a:ea typeface="DejaVu Sans"/>
                <a:cs typeface="DejaVu Sans"/>
              </a:defRPr>
            </a:lvl8pPr>
            <a:lvl9pPr>
              <a:defRPr sz="3450" b="1">
                <a:solidFill>
                  <a:srgbClr val="FFFFFF"/>
                </a:solidFill>
                <a:latin typeface="DejaVu Sans"/>
                <a:ea typeface="DejaVu Sans"/>
                <a:cs typeface="DejaVu Sans"/>
              </a:defRPr>
            </a:lvl9pPr>
          </a:lstStyle>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Luyện tập 3 và 4</a:t>
            </a:r>
          </a:p>
        </p:txBody>
      </p:sp>
      <p:sp>
        <p:nvSpPr>
          <p:cNvPr id="2" name="text-93">
            <a:extLst xmlns:a="http://schemas.openxmlformats.org/drawingml/2006/main">
              <a:ext uri="{FF2B5EF4-FFF2-40B4-BE49-F238E27FC236}">
                <a16:creationId xmlns:a16="http://schemas.microsoft.com/office/drawing/2014/main" id="{8855154B-266B-4A57-8A89-51297B1BF7DE}"/>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9CDD4"/>
                </a:solidFill>
                <a:latin typeface="DejaVu Sans"/>
                <a:ea typeface="DejaVu Sans"/>
                <a:cs typeface="DejaVu Sans"/>
              </a:defRPr>
            </a:defPPr>
            <a:lvl1pPr>
              <a:defRPr sz="1275" b="0">
                <a:solidFill>
                  <a:srgbClr val="B9CDD4"/>
                </a:solidFill>
                <a:latin typeface="DejaVu Sans"/>
                <a:ea typeface="DejaVu Sans"/>
                <a:cs typeface="DejaVu Sans"/>
              </a:defRPr>
            </a:lvl1pPr>
            <a:lvl2pPr>
              <a:defRPr sz="1275" b="0">
                <a:solidFill>
                  <a:srgbClr val="B9CDD4"/>
                </a:solidFill>
                <a:latin typeface="DejaVu Sans"/>
                <a:ea typeface="DejaVu Sans"/>
                <a:cs typeface="DejaVu Sans"/>
              </a:defRPr>
            </a:lvl2pPr>
            <a:lvl3pPr>
              <a:defRPr sz="1275" b="0">
                <a:solidFill>
                  <a:srgbClr val="B9CDD4"/>
                </a:solidFill>
                <a:latin typeface="DejaVu Sans"/>
                <a:ea typeface="DejaVu Sans"/>
                <a:cs typeface="DejaVu Sans"/>
              </a:defRPr>
            </a:lvl3pPr>
            <a:lvl4pPr>
              <a:defRPr sz="1275" b="0">
                <a:solidFill>
                  <a:srgbClr val="B9CDD4"/>
                </a:solidFill>
                <a:latin typeface="DejaVu Sans"/>
                <a:ea typeface="DejaVu Sans"/>
                <a:cs typeface="DejaVu Sans"/>
              </a:defRPr>
            </a:lvl4pPr>
            <a:lvl5pPr>
              <a:defRPr sz="1275" b="0">
                <a:solidFill>
                  <a:srgbClr val="B9CDD4"/>
                </a:solidFill>
                <a:latin typeface="DejaVu Sans"/>
                <a:ea typeface="DejaVu Sans"/>
                <a:cs typeface="DejaVu Sans"/>
              </a:defRPr>
            </a:lvl5pPr>
            <a:lvl6pPr>
              <a:defRPr sz="1275" b="0">
                <a:solidFill>
                  <a:srgbClr val="B9CDD4"/>
                </a:solidFill>
                <a:latin typeface="DejaVu Sans"/>
                <a:ea typeface="DejaVu Sans"/>
                <a:cs typeface="DejaVu Sans"/>
              </a:defRPr>
            </a:lvl6pPr>
            <a:lvl7pPr>
              <a:defRPr sz="1275" b="0">
                <a:solidFill>
                  <a:srgbClr val="B9CDD4"/>
                </a:solidFill>
                <a:latin typeface="DejaVu Sans"/>
                <a:ea typeface="DejaVu Sans"/>
                <a:cs typeface="DejaVu Sans"/>
              </a:defRPr>
            </a:lvl7pPr>
            <a:lvl8pPr>
              <a:defRPr sz="1275" b="0">
                <a:solidFill>
                  <a:srgbClr val="B9CDD4"/>
                </a:solidFill>
                <a:latin typeface="DejaVu Sans"/>
                <a:ea typeface="DejaVu Sans"/>
                <a:cs typeface="DejaVu Sans"/>
              </a:defRPr>
            </a:lvl8pPr>
            <a:lvl9pPr>
              <a:defRPr sz="1275" b="0">
                <a:solidFill>
                  <a:srgbClr val="B9CDD4"/>
                </a:solidFill>
                <a:latin typeface="DejaVu Sans"/>
                <a:ea typeface="DejaVu Sans"/>
                <a:cs typeface="DejaVu Sans"/>
              </a:defRPr>
            </a:lvl9pPr>
          </a:lstStyle>
          <a:p xmlns:a="http://schemas.openxmlformats.org/drawingml/2006/main">
            <a:pPr>
              <a:defRPr sz="1275" b="0">
                <a:solidFill>
                  <a:srgbClr val="B9CDD4"/>
                </a:solidFill>
                <a:latin typeface="DejaVu Sans"/>
                <a:ea typeface="DejaVu Sans"/>
                <a:cs typeface="DejaVu Sans"/>
              </a:defRPr>
            </a:pPr>
            <a:r>
              <a:rPr sz="1275" b="0">
                <a:solidFill>
                  <a:srgbClr val="B9CDD4"/>
                </a:solidFill>
                <a:latin typeface="DejaVu Sans"/>
                <a:ea typeface="DejaVu Sans"/>
                <a:cs typeface="DejaVu Sans"/>
              </a:rPr>
              <a:t>16</a:t>
            </a:r>
          </a:p>
        </p:txBody>
      </p:sp>
      <p:sp>
        <p:nvSpPr>
          <p:cNvPr id="3" name="text-94">
            <a:extLst xmlns:a="http://schemas.openxmlformats.org/drawingml/2006/main">
              <a:ext uri="{FF2B5EF4-FFF2-40B4-BE49-F238E27FC236}">
                <a16:creationId xmlns:a16="http://schemas.microsoft.com/office/drawing/2014/main" id="{B1D99E63-D83E-4BE9-B1F7-A9913EFCF1E7}"/>
              </a:ext>
            </a:extLst>
          </p:cNvPr>
          <p:cNvSpPr>
            <a:spLocks xmlns:a="http://schemas.openxmlformats.org/drawingml/2006/main" noGrp="1"/>
          </p:cNvSpPr>
          <p:nvPr/>
        </p:nvSpPr>
        <p:spPr>
          <a:xfrm xmlns:a="http://schemas.openxmlformats.org/drawingml/2006/main">
            <a:off x="647700" y="1952625"/>
            <a:ext cx="10668000" cy="381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0">
                <a:solidFill>
                  <a:srgbClr val="FFFFFF"/>
                </a:solidFill>
                <a:latin typeface="DejaVu Sans"/>
                <a:ea typeface="DejaVu Sans"/>
                <a:cs typeface="DejaVu Sans"/>
              </a:defRPr>
            </a:defPPr>
            <a:lvl1pPr>
              <a:defRPr sz="2700" b="0">
                <a:solidFill>
                  <a:srgbClr val="FFFFFF"/>
                </a:solidFill>
                <a:latin typeface="DejaVu Sans"/>
                <a:ea typeface="DejaVu Sans"/>
                <a:cs typeface="DejaVu Sans"/>
              </a:defRPr>
            </a:lvl1pPr>
            <a:lvl2pPr>
              <a:defRPr sz="2700" b="0">
                <a:solidFill>
                  <a:srgbClr val="FFFFFF"/>
                </a:solidFill>
                <a:latin typeface="DejaVu Sans"/>
                <a:ea typeface="DejaVu Sans"/>
                <a:cs typeface="DejaVu Sans"/>
              </a:defRPr>
            </a:lvl2pPr>
            <a:lvl3pPr>
              <a:defRPr sz="2700" b="0">
                <a:solidFill>
                  <a:srgbClr val="FFFFFF"/>
                </a:solidFill>
                <a:latin typeface="DejaVu Sans"/>
                <a:ea typeface="DejaVu Sans"/>
                <a:cs typeface="DejaVu Sans"/>
              </a:defRPr>
            </a:lvl3pPr>
            <a:lvl4pPr>
              <a:defRPr sz="2700" b="0">
                <a:solidFill>
                  <a:srgbClr val="FFFFFF"/>
                </a:solidFill>
                <a:latin typeface="DejaVu Sans"/>
                <a:ea typeface="DejaVu Sans"/>
                <a:cs typeface="DejaVu Sans"/>
              </a:defRPr>
            </a:lvl4pPr>
            <a:lvl5pPr>
              <a:defRPr sz="2700" b="0">
                <a:solidFill>
                  <a:srgbClr val="FFFFFF"/>
                </a:solidFill>
                <a:latin typeface="DejaVu Sans"/>
                <a:ea typeface="DejaVu Sans"/>
                <a:cs typeface="DejaVu Sans"/>
              </a:defRPr>
            </a:lvl5pPr>
            <a:lvl6pPr>
              <a:defRPr sz="2700" b="0">
                <a:solidFill>
                  <a:srgbClr val="FFFFFF"/>
                </a:solidFill>
                <a:latin typeface="DejaVu Sans"/>
                <a:ea typeface="DejaVu Sans"/>
                <a:cs typeface="DejaVu Sans"/>
              </a:defRPr>
            </a:lvl6pPr>
            <a:lvl7pPr>
              <a:defRPr sz="2700" b="0">
                <a:solidFill>
                  <a:srgbClr val="FFFFFF"/>
                </a:solidFill>
                <a:latin typeface="DejaVu Sans"/>
                <a:ea typeface="DejaVu Sans"/>
                <a:cs typeface="DejaVu Sans"/>
              </a:defRPr>
            </a:lvl7pPr>
            <a:lvl8pPr>
              <a:defRPr sz="2700" b="0">
                <a:solidFill>
                  <a:srgbClr val="FFFFFF"/>
                </a:solidFill>
                <a:latin typeface="DejaVu Sans"/>
                <a:ea typeface="DejaVu Sans"/>
                <a:cs typeface="DejaVu Sans"/>
              </a:defRPr>
            </a:lvl8pPr>
            <a:lvl9pPr>
              <a:defRPr sz="2700" b="0">
                <a:solidFill>
                  <a:srgbClr val="FFFFFF"/>
                </a:solidFill>
                <a:latin typeface="DejaVu Sans"/>
                <a:ea typeface="DejaVu Sans"/>
                <a:cs typeface="DejaVu Sans"/>
              </a:defRPr>
            </a:lvl9pPr>
          </a:lstStyle>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Bài 3: tổng từ 1 đến n bằng for</a:t>
            </a:r>
          </a:p>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Bài 4: đếm và cộng số chẵn</a:t>
            </a:r>
          </a:p>
          <a:p xmlns:a="http://schemas.openxmlformats.org/drawingml/2006/main">
            <a:r>
              <a:t/>
            </a:r>
          </a:p>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Không dùng sum() để thay phần vòng lặp.</a:t>
            </a:r>
          </a:p>
        </p:txBody>
      </p:sp>
    </p:spTree>
    <p:extLst>
      <p:ext uri="{BB962C8B-B14F-4D97-AF65-F5344CB8AC3E}">
        <p14:creationId xmlns:p14="http://schemas.microsoft.com/office/powerpoint/2010/main" val="556096120"/>
      </p:ext>
    </p:extLst>
  </p:cSld>
</p:sld>
</file>

<file path=ppt/slides/slide1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text-95">
            <a:extLst xmlns:a="http://schemas.openxmlformats.org/drawingml/2006/main">
              <a:ext uri="{FF2B5EF4-FFF2-40B4-BE49-F238E27FC236}">
                <a16:creationId xmlns:a16="http://schemas.microsoft.com/office/drawing/2014/main" id="{F0F8C2DE-E690-427E-B62C-B7B50E01AAB2}"/>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while kiểm tra trước mỗi lượt</a:t>
            </a:r>
          </a:p>
        </p:txBody>
      </p:sp>
      <p:sp>
        <p:nvSpPr>
          <p:cNvPr id="2" name="text-96">
            <a:extLst xmlns:a="http://schemas.openxmlformats.org/drawingml/2006/main">
              <a:ext uri="{FF2B5EF4-FFF2-40B4-BE49-F238E27FC236}">
                <a16:creationId xmlns:a16="http://schemas.microsoft.com/office/drawing/2014/main" id="{D0E702E5-F25E-4638-AC51-73A8F4D5621A}"/>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17</a:t>
            </a:r>
          </a:p>
        </p:txBody>
      </p:sp>
      <p:sp>
        <p:nvSpPr>
          <p:cNvPr id="3" name="text-97">
            <a:extLst xmlns:a="http://schemas.openxmlformats.org/drawingml/2006/main">
              <a:ext uri="{FF2B5EF4-FFF2-40B4-BE49-F238E27FC236}">
                <a16:creationId xmlns:a16="http://schemas.microsoft.com/office/drawing/2014/main" id="{49A58B40-5ADE-40A4-8158-9F8DF57D03CD}"/>
              </a:ext>
            </a:extLst>
          </p:cNvPr>
          <p:cNvSpPr>
            <a:spLocks xmlns:a="http://schemas.openxmlformats.org/drawingml/2006/main" noGrp="1"/>
          </p:cNvSpPr>
          <p:nvPr/>
        </p:nvSpPr>
        <p:spPr>
          <a:xfrm xmlns:a="http://schemas.openxmlformats.org/drawingml/2006/main">
            <a:off x="647700" y="1838325"/>
            <a:ext cx="4191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B39"/>
                </a:solidFill>
                <a:latin typeface="DejaVu Sans"/>
                <a:ea typeface="DejaVu Sans"/>
                <a:cs typeface="DejaVu Sans"/>
              </a:defRPr>
            </a:defPPr>
            <a:lvl1pPr>
              <a:defRPr sz="2175" b="0">
                <a:solidFill>
                  <a:srgbClr val="172B39"/>
                </a:solidFill>
                <a:latin typeface="DejaVu Sans"/>
                <a:ea typeface="DejaVu Sans"/>
                <a:cs typeface="DejaVu Sans"/>
              </a:defRPr>
            </a:lvl1pPr>
            <a:lvl2pPr>
              <a:defRPr sz="2175" b="0">
                <a:solidFill>
                  <a:srgbClr val="172B39"/>
                </a:solidFill>
                <a:latin typeface="DejaVu Sans"/>
                <a:ea typeface="DejaVu Sans"/>
                <a:cs typeface="DejaVu Sans"/>
              </a:defRPr>
            </a:lvl2pPr>
            <a:lvl3pPr>
              <a:defRPr sz="2175" b="0">
                <a:solidFill>
                  <a:srgbClr val="172B39"/>
                </a:solidFill>
                <a:latin typeface="DejaVu Sans"/>
                <a:ea typeface="DejaVu Sans"/>
                <a:cs typeface="DejaVu Sans"/>
              </a:defRPr>
            </a:lvl3pPr>
            <a:lvl4pPr>
              <a:defRPr sz="2175" b="0">
                <a:solidFill>
                  <a:srgbClr val="172B39"/>
                </a:solidFill>
                <a:latin typeface="DejaVu Sans"/>
                <a:ea typeface="DejaVu Sans"/>
                <a:cs typeface="DejaVu Sans"/>
              </a:defRPr>
            </a:lvl4pPr>
            <a:lvl5pPr>
              <a:defRPr sz="2175" b="0">
                <a:solidFill>
                  <a:srgbClr val="172B39"/>
                </a:solidFill>
                <a:latin typeface="DejaVu Sans"/>
                <a:ea typeface="DejaVu Sans"/>
                <a:cs typeface="DejaVu Sans"/>
              </a:defRPr>
            </a:lvl5pPr>
            <a:lvl6pPr>
              <a:defRPr sz="2175" b="0">
                <a:solidFill>
                  <a:srgbClr val="172B39"/>
                </a:solidFill>
                <a:latin typeface="DejaVu Sans"/>
                <a:ea typeface="DejaVu Sans"/>
                <a:cs typeface="DejaVu Sans"/>
              </a:defRPr>
            </a:lvl6pPr>
            <a:lvl7pPr>
              <a:defRPr sz="2175" b="0">
                <a:solidFill>
                  <a:srgbClr val="172B39"/>
                </a:solidFill>
                <a:latin typeface="DejaVu Sans"/>
                <a:ea typeface="DejaVu Sans"/>
                <a:cs typeface="DejaVu Sans"/>
              </a:defRPr>
            </a:lvl7pPr>
            <a:lvl8pPr>
              <a:defRPr sz="2175" b="0">
                <a:solidFill>
                  <a:srgbClr val="172B39"/>
                </a:solidFill>
                <a:latin typeface="DejaVu Sans"/>
                <a:ea typeface="DejaVu Sans"/>
                <a:cs typeface="DejaVu Sans"/>
              </a:defRPr>
            </a:lvl8pPr>
            <a:lvl9pPr>
              <a:defRPr sz="2175" b="0">
                <a:solidFill>
                  <a:srgbClr val="172B39"/>
                </a:solidFill>
                <a:latin typeface="DejaVu Sans"/>
                <a:ea typeface="DejaVu Sans"/>
                <a:cs typeface="DejaVu Sans"/>
              </a:defRPr>
            </a:lvl9pPr>
          </a:lstStyle>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Điều kiện đúng thì chạy thân vòng lặp.</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Điều kiện sai thì đi tiếp sau vòng lặp.</a:t>
            </a:r>
          </a:p>
        </p:txBody>
      </p:sp>
      <p:sp>
        <p:nvSpPr>
          <p:cNvPr id="4" name="surface-98">
            <a:extLst xmlns:a="http://schemas.openxmlformats.org/drawingml/2006/main">
              <a:ext uri="{FF2B5EF4-FFF2-40B4-BE49-F238E27FC236}">
                <a16:creationId xmlns:a16="http://schemas.microsoft.com/office/drawing/2014/main" id="{B58A1D77-D4F9-4F48-825B-A11BC30A5C6B}"/>
              </a:ext>
            </a:extLst>
          </p:cNvPr>
          <p:cNvSpPr>
            <a:spLocks xmlns:a="http://schemas.openxmlformats.org/drawingml/2006/main" noGrp="1"/>
          </p:cNvSpPr>
          <p:nvPr/>
        </p:nvSpPr>
        <p:spPr>
          <a:xfrm xmlns:a="http://schemas.openxmlformats.org/drawingml/2006/main">
            <a:off x="5191125" y="1762125"/>
            <a:ext cx="6381750" cy="2619375"/>
          </a:xfrm>
          <a:prstGeom xmlns:a="http://schemas.openxmlformats.org/drawingml/2006/main" prst="rect">
            <a:avLst/>
          </a:prstGeom>
          <a:solidFill xmlns:a="http://schemas.openxmlformats.org/drawingml/2006/main">
            <a:srgbClr val="152B37"/>
          </a:solidFill>
          <a:ln xmlns:a="http://schemas.openxmlformats.org/drawingml/2006/main" w="0">
            <a:noFill/>
            <a:prstDash val="solid"/>
          </a:ln>
        </p:spPr>
      </p:sp>
      <p:sp>
        <p:nvSpPr>
          <p:cNvPr id="5" name="text-99">
            <a:extLst xmlns:a="http://schemas.openxmlformats.org/drawingml/2006/main">
              <a:ext uri="{FF2B5EF4-FFF2-40B4-BE49-F238E27FC236}">
                <a16:creationId xmlns:a16="http://schemas.microsoft.com/office/drawing/2014/main" id="{60222BB8-41A7-4DD4-B85E-DDD9927AD2E8}"/>
              </a:ext>
            </a:extLst>
          </p:cNvPr>
          <p:cNvSpPr>
            <a:spLocks xmlns:a="http://schemas.openxmlformats.org/drawingml/2006/main" noGrp="1"/>
          </p:cNvSpPr>
          <p:nvPr/>
        </p:nvSpPr>
        <p:spPr>
          <a:xfrm xmlns:a="http://schemas.openxmlformats.org/drawingml/2006/main">
            <a:off x="5438775" y="19526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remaining = 3</a:t>
            </a:r>
          </a:p>
        </p:txBody>
      </p:sp>
      <p:sp>
        <p:nvSpPr>
          <p:cNvPr id="6" name="text-100">
            <a:extLst xmlns:a="http://schemas.openxmlformats.org/drawingml/2006/main">
              <a:ext uri="{FF2B5EF4-FFF2-40B4-BE49-F238E27FC236}">
                <a16:creationId xmlns:a16="http://schemas.microsoft.com/office/drawing/2014/main" id="{00D69C84-5587-476E-BA5A-BD909059F1E6}"/>
              </a:ext>
            </a:extLst>
          </p:cNvPr>
          <p:cNvSpPr>
            <a:spLocks xmlns:a="http://schemas.openxmlformats.org/drawingml/2006/main" noGrp="1"/>
          </p:cNvSpPr>
          <p:nvPr/>
        </p:nvSpPr>
        <p:spPr>
          <a:xfrm xmlns:a="http://schemas.openxmlformats.org/drawingml/2006/main">
            <a:off x="5438775" y="24003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while remaining &gt; 0:</a:t>
            </a:r>
          </a:p>
        </p:txBody>
      </p:sp>
      <p:sp>
        <p:nvSpPr>
          <p:cNvPr id="7" name="text-101">
            <a:extLst xmlns:a="http://schemas.openxmlformats.org/drawingml/2006/main">
              <a:ext uri="{FF2B5EF4-FFF2-40B4-BE49-F238E27FC236}">
                <a16:creationId xmlns:a16="http://schemas.microsoft.com/office/drawing/2014/main" id="{52BB038F-B019-466D-A40B-1955C076BAAE}"/>
              </a:ext>
            </a:extLst>
          </p:cNvPr>
          <p:cNvSpPr>
            <a:spLocks xmlns:a="http://schemas.openxmlformats.org/drawingml/2006/main" noGrp="1"/>
          </p:cNvSpPr>
          <p:nvPr/>
        </p:nvSpPr>
        <p:spPr>
          <a:xfrm xmlns:a="http://schemas.openxmlformats.org/drawingml/2006/main">
            <a:off x="5438775" y="28479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print(remaining)</a:t>
            </a:r>
          </a:p>
        </p:txBody>
      </p:sp>
      <p:sp>
        <p:nvSpPr>
          <p:cNvPr id="8" name="text-102">
            <a:extLst xmlns:a="http://schemas.openxmlformats.org/drawingml/2006/main">
              <a:ext uri="{FF2B5EF4-FFF2-40B4-BE49-F238E27FC236}">
                <a16:creationId xmlns:a16="http://schemas.microsoft.com/office/drawing/2014/main" id="{D6EA0301-90BB-496B-B512-0F08EDAE627C}"/>
              </a:ext>
            </a:extLst>
          </p:cNvPr>
          <p:cNvSpPr>
            <a:spLocks xmlns:a="http://schemas.openxmlformats.org/drawingml/2006/main" noGrp="1"/>
          </p:cNvSpPr>
          <p:nvPr/>
        </p:nvSpPr>
        <p:spPr>
          <a:xfrm xmlns:a="http://schemas.openxmlformats.org/drawingml/2006/main">
            <a:off x="5438775" y="329565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remaining -= 1</a:t>
            </a:r>
          </a:p>
        </p:txBody>
      </p:sp>
      <p:sp>
        <p:nvSpPr>
          <p:cNvPr id="9" name="text-103">
            <a:extLst xmlns:a="http://schemas.openxmlformats.org/drawingml/2006/main">
              <a:ext uri="{FF2B5EF4-FFF2-40B4-BE49-F238E27FC236}">
                <a16:creationId xmlns:a16="http://schemas.microsoft.com/office/drawing/2014/main" id="{E5023373-5069-4512-A5AE-82AB0D30964F}"/>
              </a:ext>
            </a:extLst>
          </p:cNvPr>
          <p:cNvSpPr>
            <a:spLocks xmlns:a="http://schemas.openxmlformats.org/drawingml/2006/main" noGrp="1"/>
          </p:cNvSpPr>
          <p:nvPr/>
        </p:nvSpPr>
        <p:spPr>
          <a:xfrm xmlns:a="http://schemas.openxmlformats.org/drawingml/2006/main">
            <a:off x="5438775" y="37433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print("Bắt đầu!")</a:t>
            </a:r>
          </a:p>
        </p:txBody>
      </p:sp>
    </p:spTree>
    <p:extLst>
      <p:ext uri="{BB962C8B-B14F-4D97-AF65-F5344CB8AC3E}">
        <p14:creationId xmlns:p14="http://schemas.microsoft.com/office/powerpoint/2010/main" val="502529574"/>
      </p:ext>
    </p:extLst>
  </p:cSld>
</p:sld>
</file>

<file path=ppt/slides/slide1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ext-104">
            <a:extLst xmlns:a="http://schemas.openxmlformats.org/drawingml/2006/main">
              <a:ext uri="{FF2B5EF4-FFF2-40B4-BE49-F238E27FC236}">
                <a16:creationId xmlns:a16="http://schemas.microsoft.com/office/drawing/2014/main" id="{0AA47356-4F3F-4313-A68A-D7046F0EE7C9}"/>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Điều kiện dừng của while</a:t>
            </a:r>
          </a:p>
        </p:txBody>
      </p:sp>
      <p:sp>
        <p:nvSpPr>
          <p:cNvPr id="2" name="text-105">
            <a:extLst xmlns:a="http://schemas.openxmlformats.org/drawingml/2006/main">
              <a:ext uri="{FF2B5EF4-FFF2-40B4-BE49-F238E27FC236}">
                <a16:creationId xmlns:a16="http://schemas.microsoft.com/office/drawing/2014/main" id="{7479A081-CB8F-4C32-B1FD-9634EE6359A5}"/>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18</a:t>
            </a:r>
          </a:p>
        </p:txBody>
      </p:sp>
      <p:graphicFrame>
        <p:nvGraphicFramePr>
          <p:cNvPr id="3" name="">
            <a:extLst xmlns:a="http://schemas.openxmlformats.org/drawingml/2006/main">
              <a:ext uri="{FF2B5EF4-FFF2-40B4-BE49-F238E27FC236}">
                <a16:creationId xmlns:a16="http://schemas.microsoft.com/office/drawing/2014/main" id="{07B3000D-894B-4894-B608-AC24088A5990}"/>
              </a:ext>
            </a:extLst>
          </p:cNvPr>
          <p:cNvGraphicFramePr/>
          <p:nvPr/>
        </p:nvGraphicFramePr>
        <p:xfrm>
          <a:off xmlns:a="http://schemas.openxmlformats.org/drawingml/2006/main" x="609600" y="1762125"/>
          <a:ext xmlns:a="http://schemas.openxmlformats.org/drawingml/2006/main" cx="10953750" cy="3333750"/>
        </p:xfrm>
        <a:graphic xmlns:a="http://schemas.openxmlformats.org/drawingml/2006/main">
          <a:graphicData uri="http://schemas.openxmlformats.org/drawingml/2006/table">
            <a:tbl>
              <a:tblPr/>
              <a:tblGrid>
                <a:gridCol w="3651250"/>
                <a:gridCol w="3651250"/>
                <a:gridCol w="3651250"/>
              </a:tblGrid>
              <a:tr h="666750">
                <a:tc>
                  <a:txBody>
                    <a:bodyPr lIns="133350" tIns="133350" rIns="133350" bIns="133350"/>
                    <a:lstStyle/>
                    <a:p>
                      <a:r>
                        <a:rPr sz="1800" b="1">
                          <a:solidFill>
                            <a:srgbClr val="FFFFFF"/>
                          </a:solidFill>
                          <a:latin typeface="DejaVu Sans"/>
                          <a:ea typeface="DejaVu Sans"/>
                          <a:cs typeface="DejaVu Sans"/>
                        </a:rPr>
                        <a:t>Trước khi kiểm tra</a:t>
                      </a:r>
                    </a:p>
                  </a:txBody>
                  <a:tcPr marL="91440" marR="91440" marT="45720" marB="45720" anchor="ctr">
                    <a:lnL w="9525">
                      <a:solidFill>
                        <a:srgbClr val="D7DDD9"/>
                      </a:solidFill>
                      <a:prstDash val="solid"/>
                    </a:lnL>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remaining &gt; 0</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Hành động</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r>
              <a:tr h="666750">
                <a:tc>
                  <a:txBody>
                    <a:bodyPr lIns="133350" tIns="133350" rIns="133350" bIns="133350"/>
                    <a:lstStyle/>
                    <a:p>
                      <a:r>
                        <a:rPr sz="2025" b="0">
                          <a:solidFill>
                            <a:srgbClr val="172B39"/>
                          </a:solidFill>
                          <a:latin typeface="DejaVu Sans Mono"/>
                          <a:ea typeface="DejaVu Sans Mono"/>
                          <a:cs typeface="DejaVu Sans Mono"/>
                        </a:rPr>
                        <a:t>remaining = 3</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True</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In 3, giảm còn 2</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remaining = 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True</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In 2, giảm còn 1</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remaining = 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True</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In 1, giảm còn 0</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remaining = 0</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False</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Thoát vòng lặp</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bl>
          </a:graphicData>
        </a:graphic>
      </p:graphicFrame>
      <p:sp>
        <p:nvSpPr>
          <p:cNvPr id="4" name="text-106">
            <a:extLst xmlns:a="http://schemas.openxmlformats.org/drawingml/2006/main">
              <a:ext uri="{FF2B5EF4-FFF2-40B4-BE49-F238E27FC236}">
                <a16:creationId xmlns:a16="http://schemas.microsoft.com/office/drawing/2014/main" id="{6C578FB7-0E7A-47AC-AF7E-A923D7B37D42}"/>
              </a:ext>
            </a:extLst>
          </p:cNvPr>
          <p:cNvSpPr>
            <a:spLocks xmlns:a="http://schemas.openxmlformats.org/drawingml/2006/main" noGrp="1"/>
          </p:cNvSpPr>
          <p:nvPr/>
        </p:nvSpPr>
        <p:spPr>
          <a:xfrm xmlns:a="http://schemas.openxmlformats.org/drawingml/2006/main">
            <a:off x="647700" y="5438775"/>
            <a:ext cx="1081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D45B2C"/>
                </a:solidFill>
                <a:latin typeface="DejaVu Sans"/>
                <a:ea typeface="DejaVu Sans"/>
                <a:cs typeface="DejaVu Sans"/>
              </a:defRPr>
            </a:defPPr>
            <a:lvl1pPr>
              <a:defRPr sz="2175" b="1">
                <a:solidFill>
                  <a:srgbClr val="D45B2C"/>
                </a:solidFill>
                <a:latin typeface="DejaVu Sans"/>
                <a:ea typeface="DejaVu Sans"/>
                <a:cs typeface="DejaVu Sans"/>
              </a:defRPr>
            </a:lvl1pPr>
            <a:lvl2pPr>
              <a:defRPr sz="2175" b="1">
                <a:solidFill>
                  <a:srgbClr val="D45B2C"/>
                </a:solidFill>
                <a:latin typeface="DejaVu Sans"/>
                <a:ea typeface="DejaVu Sans"/>
                <a:cs typeface="DejaVu Sans"/>
              </a:defRPr>
            </a:lvl2pPr>
            <a:lvl3pPr>
              <a:defRPr sz="2175" b="1">
                <a:solidFill>
                  <a:srgbClr val="D45B2C"/>
                </a:solidFill>
                <a:latin typeface="DejaVu Sans"/>
                <a:ea typeface="DejaVu Sans"/>
                <a:cs typeface="DejaVu Sans"/>
              </a:defRPr>
            </a:lvl3pPr>
            <a:lvl4pPr>
              <a:defRPr sz="2175" b="1">
                <a:solidFill>
                  <a:srgbClr val="D45B2C"/>
                </a:solidFill>
                <a:latin typeface="DejaVu Sans"/>
                <a:ea typeface="DejaVu Sans"/>
                <a:cs typeface="DejaVu Sans"/>
              </a:defRPr>
            </a:lvl4pPr>
            <a:lvl5pPr>
              <a:defRPr sz="2175" b="1">
                <a:solidFill>
                  <a:srgbClr val="D45B2C"/>
                </a:solidFill>
                <a:latin typeface="DejaVu Sans"/>
                <a:ea typeface="DejaVu Sans"/>
                <a:cs typeface="DejaVu Sans"/>
              </a:defRPr>
            </a:lvl5pPr>
            <a:lvl6pPr>
              <a:defRPr sz="2175" b="1">
                <a:solidFill>
                  <a:srgbClr val="D45B2C"/>
                </a:solidFill>
                <a:latin typeface="DejaVu Sans"/>
                <a:ea typeface="DejaVu Sans"/>
                <a:cs typeface="DejaVu Sans"/>
              </a:defRPr>
            </a:lvl6pPr>
            <a:lvl7pPr>
              <a:defRPr sz="2175" b="1">
                <a:solidFill>
                  <a:srgbClr val="D45B2C"/>
                </a:solidFill>
                <a:latin typeface="DejaVu Sans"/>
                <a:ea typeface="DejaVu Sans"/>
                <a:cs typeface="DejaVu Sans"/>
              </a:defRPr>
            </a:lvl7pPr>
            <a:lvl8pPr>
              <a:defRPr sz="2175" b="1">
                <a:solidFill>
                  <a:srgbClr val="D45B2C"/>
                </a:solidFill>
                <a:latin typeface="DejaVu Sans"/>
                <a:ea typeface="DejaVu Sans"/>
                <a:cs typeface="DejaVu Sans"/>
              </a:defRPr>
            </a:lvl8pPr>
            <a:lvl9pPr>
              <a:defRPr sz="2175" b="1">
                <a:solidFill>
                  <a:srgbClr val="D45B2C"/>
                </a:solidFill>
                <a:latin typeface="DejaVu Sans"/>
                <a:ea typeface="DejaVu Sans"/>
                <a:cs typeface="DejaVu Sans"/>
              </a:defRPr>
            </a:lvl9pPr>
          </a:lstStyle>
          <a:p xmlns:a="http://schemas.openxmlformats.org/drawingml/2006/main">
            <a:pPr>
              <a:defRPr sz="2175" b="1">
                <a:solidFill>
                  <a:srgbClr val="D45B2C"/>
                </a:solidFill>
                <a:latin typeface="DejaVu Sans"/>
                <a:ea typeface="DejaVu Sans"/>
                <a:cs typeface="DejaVu Sans"/>
              </a:defRPr>
            </a:pPr>
            <a:r>
              <a:rPr sz="2175" b="1">
                <a:solidFill>
                  <a:srgbClr val="D45B2C"/>
                </a:solidFill>
                <a:latin typeface="DejaVu Sans"/>
                <a:ea typeface="DejaVu Sans"/>
                <a:cs typeface="DejaVu Sans"/>
              </a:rPr>
              <a:t>Mỗi lượt phải tiến gần tới điều kiện dừng.</a:t>
            </a:r>
          </a:p>
        </p:txBody>
      </p:sp>
    </p:spTree>
    <p:extLst>
      <p:ext uri="{BB962C8B-B14F-4D97-AF65-F5344CB8AC3E}">
        <p14:creationId xmlns:p14="http://schemas.microsoft.com/office/powerpoint/2010/main" val="1189055475"/>
      </p:ext>
    </p:extLst>
  </p:cSld>
</p:sld>
</file>

<file path=ppt/slides/slide1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text-107">
            <a:extLst xmlns:a="http://schemas.openxmlformats.org/drawingml/2006/main">
              <a:ext uri="{FF2B5EF4-FFF2-40B4-BE49-F238E27FC236}">
                <a16:creationId xmlns:a16="http://schemas.microsoft.com/office/drawing/2014/main" id="{EF7E1884-0207-4578-AA6F-8F0196F7D49E}"/>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break kết thúc vòng lặp</a:t>
            </a:r>
          </a:p>
        </p:txBody>
      </p:sp>
      <p:sp>
        <p:nvSpPr>
          <p:cNvPr id="2" name="text-108">
            <a:extLst xmlns:a="http://schemas.openxmlformats.org/drawingml/2006/main">
              <a:ext uri="{FF2B5EF4-FFF2-40B4-BE49-F238E27FC236}">
                <a16:creationId xmlns:a16="http://schemas.microsoft.com/office/drawing/2014/main" id="{62592709-0BA5-4CF4-8BD1-2A545880FA76}"/>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19</a:t>
            </a:r>
          </a:p>
        </p:txBody>
      </p:sp>
      <p:sp>
        <p:nvSpPr>
          <p:cNvPr id="3" name="text-109">
            <a:extLst xmlns:a="http://schemas.openxmlformats.org/drawingml/2006/main">
              <a:ext uri="{FF2B5EF4-FFF2-40B4-BE49-F238E27FC236}">
                <a16:creationId xmlns:a16="http://schemas.microsoft.com/office/drawing/2014/main" id="{5333C1DA-7A0E-4A9E-8CEE-CDC6DFBE0001}"/>
              </a:ext>
            </a:extLst>
          </p:cNvPr>
          <p:cNvSpPr>
            <a:spLocks xmlns:a="http://schemas.openxmlformats.org/drawingml/2006/main" noGrp="1"/>
          </p:cNvSpPr>
          <p:nvPr/>
        </p:nvSpPr>
        <p:spPr>
          <a:xfrm xmlns:a="http://schemas.openxmlformats.org/drawingml/2006/main">
            <a:off x="647700" y="1838325"/>
            <a:ext cx="4191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B39"/>
                </a:solidFill>
                <a:latin typeface="DejaVu Sans"/>
                <a:ea typeface="DejaVu Sans"/>
                <a:cs typeface="DejaVu Sans"/>
              </a:defRPr>
            </a:defPPr>
            <a:lvl1pPr>
              <a:defRPr sz="2175" b="0">
                <a:solidFill>
                  <a:srgbClr val="172B39"/>
                </a:solidFill>
                <a:latin typeface="DejaVu Sans"/>
                <a:ea typeface="DejaVu Sans"/>
                <a:cs typeface="DejaVu Sans"/>
              </a:defRPr>
            </a:lvl1pPr>
            <a:lvl2pPr>
              <a:defRPr sz="2175" b="0">
                <a:solidFill>
                  <a:srgbClr val="172B39"/>
                </a:solidFill>
                <a:latin typeface="DejaVu Sans"/>
                <a:ea typeface="DejaVu Sans"/>
                <a:cs typeface="DejaVu Sans"/>
              </a:defRPr>
            </a:lvl2pPr>
            <a:lvl3pPr>
              <a:defRPr sz="2175" b="0">
                <a:solidFill>
                  <a:srgbClr val="172B39"/>
                </a:solidFill>
                <a:latin typeface="DejaVu Sans"/>
                <a:ea typeface="DejaVu Sans"/>
                <a:cs typeface="DejaVu Sans"/>
              </a:defRPr>
            </a:lvl3pPr>
            <a:lvl4pPr>
              <a:defRPr sz="2175" b="0">
                <a:solidFill>
                  <a:srgbClr val="172B39"/>
                </a:solidFill>
                <a:latin typeface="DejaVu Sans"/>
                <a:ea typeface="DejaVu Sans"/>
                <a:cs typeface="DejaVu Sans"/>
              </a:defRPr>
            </a:lvl4pPr>
            <a:lvl5pPr>
              <a:defRPr sz="2175" b="0">
                <a:solidFill>
                  <a:srgbClr val="172B39"/>
                </a:solidFill>
                <a:latin typeface="DejaVu Sans"/>
                <a:ea typeface="DejaVu Sans"/>
                <a:cs typeface="DejaVu Sans"/>
              </a:defRPr>
            </a:lvl5pPr>
            <a:lvl6pPr>
              <a:defRPr sz="2175" b="0">
                <a:solidFill>
                  <a:srgbClr val="172B39"/>
                </a:solidFill>
                <a:latin typeface="DejaVu Sans"/>
                <a:ea typeface="DejaVu Sans"/>
                <a:cs typeface="DejaVu Sans"/>
              </a:defRPr>
            </a:lvl6pPr>
            <a:lvl7pPr>
              <a:defRPr sz="2175" b="0">
                <a:solidFill>
                  <a:srgbClr val="172B39"/>
                </a:solidFill>
                <a:latin typeface="DejaVu Sans"/>
                <a:ea typeface="DejaVu Sans"/>
                <a:cs typeface="DejaVu Sans"/>
              </a:defRPr>
            </a:lvl7pPr>
            <a:lvl8pPr>
              <a:defRPr sz="2175" b="0">
                <a:solidFill>
                  <a:srgbClr val="172B39"/>
                </a:solidFill>
                <a:latin typeface="DejaVu Sans"/>
                <a:ea typeface="DejaVu Sans"/>
                <a:cs typeface="DejaVu Sans"/>
              </a:defRPr>
            </a:lvl8pPr>
            <a:lvl9pPr>
              <a:defRPr sz="2175" b="0">
                <a:solidFill>
                  <a:srgbClr val="172B39"/>
                </a:solidFill>
                <a:latin typeface="DejaVu Sans"/>
                <a:ea typeface="DejaVu Sans"/>
                <a:cs typeface="DejaVu Sans"/>
              </a:defRPr>
            </a:lvl9pPr>
          </a:lstStyle>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Vòng lặp có thể dừng trước khi duyệt hết.</a:t>
            </a:r>
          </a:p>
          <a:p xmlns:a="http://schemas.openxmlformats.org/drawingml/2006/main">
            <a:r>
              <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Ở ví dụ này, lần đầu i chia hết cho 4 là 4.</a:t>
            </a:r>
          </a:p>
        </p:txBody>
      </p:sp>
      <p:sp>
        <p:nvSpPr>
          <p:cNvPr id="4" name="surface-110">
            <a:extLst xmlns:a="http://schemas.openxmlformats.org/drawingml/2006/main">
              <a:ext uri="{FF2B5EF4-FFF2-40B4-BE49-F238E27FC236}">
                <a16:creationId xmlns:a16="http://schemas.microsoft.com/office/drawing/2014/main" id="{83033927-6848-4CA0-92F9-0D03159A78EF}"/>
              </a:ext>
            </a:extLst>
          </p:cNvPr>
          <p:cNvSpPr>
            <a:spLocks xmlns:a="http://schemas.openxmlformats.org/drawingml/2006/main" noGrp="1"/>
          </p:cNvSpPr>
          <p:nvPr/>
        </p:nvSpPr>
        <p:spPr>
          <a:xfrm xmlns:a="http://schemas.openxmlformats.org/drawingml/2006/main">
            <a:off x="5191125" y="1762125"/>
            <a:ext cx="6381750" cy="2619375"/>
          </a:xfrm>
          <a:prstGeom xmlns:a="http://schemas.openxmlformats.org/drawingml/2006/main" prst="rect">
            <a:avLst/>
          </a:prstGeom>
          <a:solidFill xmlns:a="http://schemas.openxmlformats.org/drawingml/2006/main">
            <a:srgbClr val="152B37"/>
          </a:solidFill>
          <a:ln xmlns:a="http://schemas.openxmlformats.org/drawingml/2006/main" w="0">
            <a:noFill/>
            <a:prstDash val="solid"/>
          </a:ln>
        </p:spPr>
      </p:sp>
      <p:sp>
        <p:nvSpPr>
          <p:cNvPr id="5" name="text-111">
            <a:extLst xmlns:a="http://schemas.openxmlformats.org/drawingml/2006/main">
              <a:ext uri="{FF2B5EF4-FFF2-40B4-BE49-F238E27FC236}">
                <a16:creationId xmlns:a16="http://schemas.microsoft.com/office/drawing/2014/main" id="{80B30E47-E6CF-450C-AF2E-313C50A4F43B}"/>
              </a:ext>
            </a:extLst>
          </p:cNvPr>
          <p:cNvSpPr>
            <a:spLocks xmlns:a="http://schemas.openxmlformats.org/drawingml/2006/main" noGrp="1"/>
          </p:cNvSpPr>
          <p:nvPr/>
        </p:nvSpPr>
        <p:spPr>
          <a:xfrm xmlns:a="http://schemas.openxmlformats.org/drawingml/2006/main">
            <a:off x="5438775" y="19526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for i in range(1, 10):</a:t>
            </a:r>
          </a:p>
        </p:txBody>
      </p:sp>
      <p:sp>
        <p:nvSpPr>
          <p:cNvPr id="6" name="text-112">
            <a:extLst xmlns:a="http://schemas.openxmlformats.org/drawingml/2006/main">
              <a:ext uri="{FF2B5EF4-FFF2-40B4-BE49-F238E27FC236}">
                <a16:creationId xmlns:a16="http://schemas.microsoft.com/office/drawing/2014/main" id="{4DCAB6DA-CB48-4EF7-8D58-1DC46CAFBFD0}"/>
              </a:ext>
            </a:extLst>
          </p:cNvPr>
          <p:cNvSpPr>
            <a:spLocks xmlns:a="http://schemas.openxmlformats.org/drawingml/2006/main" noGrp="1"/>
          </p:cNvSpPr>
          <p:nvPr/>
        </p:nvSpPr>
        <p:spPr>
          <a:xfrm xmlns:a="http://schemas.openxmlformats.org/drawingml/2006/main">
            <a:off x="5438775" y="24003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if i % 4 == 0:</a:t>
            </a:r>
          </a:p>
        </p:txBody>
      </p:sp>
      <p:sp>
        <p:nvSpPr>
          <p:cNvPr id="7" name="text-113">
            <a:extLst xmlns:a="http://schemas.openxmlformats.org/drawingml/2006/main">
              <a:ext uri="{FF2B5EF4-FFF2-40B4-BE49-F238E27FC236}">
                <a16:creationId xmlns:a16="http://schemas.microsoft.com/office/drawing/2014/main" id="{517CCCAA-3F2E-42B4-979D-101EC50A693B}"/>
              </a:ext>
            </a:extLst>
          </p:cNvPr>
          <p:cNvSpPr>
            <a:spLocks xmlns:a="http://schemas.openxmlformats.org/drawingml/2006/main" noGrp="1"/>
          </p:cNvSpPr>
          <p:nvPr/>
        </p:nvSpPr>
        <p:spPr>
          <a:xfrm xmlns:a="http://schemas.openxmlformats.org/drawingml/2006/main">
            <a:off x="5438775" y="28479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break</a:t>
            </a:r>
          </a:p>
        </p:txBody>
      </p:sp>
      <p:sp>
        <p:nvSpPr>
          <p:cNvPr id="8" name="text-114">
            <a:extLst xmlns:a="http://schemas.openxmlformats.org/drawingml/2006/main">
              <a:ext uri="{FF2B5EF4-FFF2-40B4-BE49-F238E27FC236}">
                <a16:creationId xmlns:a16="http://schemas.microsoft.com/office/drawing/2014/main" id="{E6629BA3-4FFE-41A6-9C36-CF5C8D23F398}"/>
              </a:ext>
            </a:extLst>
          </p:cNvPr>
          <p:cNvSpPr>
            <a:spLocks xmlns:a="http://schemas.openxmlformats.org/drawingml/2006/main" noGrp="1"/>
          </p:cNvSpPr>
          <p:nvPr/>
        </p:nvSpPr>
        <p:spPr>
          <a:xfrm xmlns:a="http://schemas.openxmlformats.org/drawingml/2006/main">
            <a:off x="5438775" y="329565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print(i)</a:t>
            </a:r>
          </a:p>
        </p:txBody>
      </p:sp>
      <p:sp>
        <p:nvSpPr>
          <p:cNvPr id="9" name="text-115">
            <a:extLst xmlns:a="http://schemas.openxmlformats.org/drawingml/2006/main">
              <a:ext uri="{FF2B5EF4-FFF2-40B4-BE49-F238E27FC236}">
                <a16:creationId xmlns:a16="http://schemas.microsoft.com/office/drawing/2014/main" id="{02DF189A-6AA0-4366-9690-7C2A230D7991}"/>
              </a:ext>
            </a:extLst>
          </p:cNvPr>
          <p:cNvSpPr>
            <a:spLocks xmlns:a="http://schemas.openxmlformats.org/drawingml/2006/main" noGrp="1"/>
          </p:cNvSpPr>
          <p:nvPr/>
        </p:nvSpPr>
        <p:spPr>
          <a:xfrm xmlns:a="http://schemas.openxmlformats.org/drawingml/2006/main">
            <a:off x="5438775" y="37433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print("Xong")</a:t>
            </a:r>
          </a:p>
        </p:txBody>
      </p:sp>
    </p:spTree>
    <p:extLst>
      <p:ext uri="{BB962C8B-B14F-4D97-AF65-F5344CB8AC3E}">
        <p14:creationId xmlns:p14="http://schemas.microsoft.com/office/powerpoint/2010/main" val="321151887"/>
      </p:ext>
    </p:extLst>
  </p:cSld>
</p:sld>
</file>

<file path=ppt/slides/slide20.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ext-116">
            <a:extLst xmlns:a="http://schemas.openxmlformats.org/drawingml/2006/main">
              <a:ext uri="{FF2B5EF4-FFF2-40B4-BE49-F238E27FC236}">
                <a16:creationId xmlns:a16="http://schemas.microsoft.com/office/drawing/2014/main" id="{A2BB4FF1-32C9-4C0A-A286-9378C154D3C1}"/>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continue bỏ phần còn lại của lượt</a:t>
            </a:r>
          </a:p>
        </p:txBody>
      </p:sp>
      <p:sp>
        <p:nvSpPr>
          <p:cNvPr id="2" name="text-117">
            <a:extLst xmlns:a="http://schemas.openxmlformats.org/drawingml/2006/main">
              <a:ext uri="{FF2B5EF4-FFF2-40B4-BE49-F238E27FC236}">
                <a16:creationId xmlns:a16="http://schemas.microsoft.com/office/drawing/2014/main" id="{DEF86486-0191-4F0C-BBC6-BA6AD7AE51ED}"/>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20</a:t>
            </a:r>
          </a:p>
        </p:txBody>
      </p:sp>
      <p:sp>
        <p:nvSpPr>
          <p:cNvPr id="3" name="text-118">
            <a:extLst xmlns:a="http://schemas.openxmlformats.org/drawingml/2006/main">
              <a:ext uri="{FF2B5EF4-FFF2-40B4-BE49-F238E27FC236}">
                <a16:creationId xmlns:a16="http://schemas.microsoft.com/office/drawing/2014/main" id="{55461B15-36B2-485A-8A01-93F9BA6E3847}"/>
              </a:ext>
            </a:extLst>
          </p:cNvPr>
          <p:cNvSpPr>
            <a:spLocks xmlns:a="http://schemas.openxmlformats.org/drawingml/2006/main" noGrp="1"/>
          </p:cNvSpPr>
          <p:nvPr/>
        </p:nvSpPr>
        <p:spPr>
          <a:xfrm xmlns:a="http://schemas.openxmlformats.org/drawingml/2006/main">
            <a:off x="647700" y="1838325"/>
            <a:ext cx="4191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172B39"/>
                </a:solidFill>
                <a:latin typeface="DejaVu Sans"/>
                <a:ea typeface="DejaVu Sans"/>
                <a:cs typeface="DejaVu Sans"/>
              </a:defRPr>
            </a:defPPr>
            <a:lvl1pPr>
              <a:defRPr sz="2175" b="0">
                <a:solidFill>
                  <a:srgbClr val="172B39"/>
                </a:solidFill>
                <a:latin typeface="DejaVu Sans"/>
                <a:ea typeface="DejaVu Sans"/>
                <a:cs typeface="DejaVu Sans"/>
              </a:defRPr>
            </a:lvl1pPr>
            <a:lvl2pPr>
              <a:defRPr sz="2175" b="0">
                <a:solidFill>
                  <a:srgbClr val="172B39"/>
                </a:solidFill>
                <a:latin typeface="DejaVu Sans"/>
                <a:ea typeface="DejaVu Sans"/>
                <a:cs typeface="DejaVu Sans"/>
              </a:defRPr>
            </a:lvl2pPr>
            <a:lvl3pPr>
              <a:defRPr sz="2175" b="0">
                <a:solidFill>
                  <a:srgbClr val="172B39"/>
                </a:solidFill>
                <a:latin typeface="DejaVu Sans"/>
                <a:ea typeface="DejaVu Sans"/>
                <a:cs typeface="DejaVu Sans"/>
              </a:defRPr>
            </a:lvl3pPr>
            <a:lvl4pPr>
              <a:defRPr sz="2175" b="0">
                <a:solidFill>
                  <a:srgbClr val="172B39"/>
                </a:solidFill>
                <a:latin typeface="DejaVu Sans"/>
                <a:ea typeface="DejaVu Sans"/>
                <a:cs typeface="DejaVu Sans"/>
              </a:defRPr>
            </a:lvl4pPr>
            <a:lvl5pPr>
              <a:defRPr sz="2175" b="0">
                <a:solidFill>
                  <a:srgbClr val="172B39"/>
                </a:solidFill>
                <a:latin typeface="DejaVu Sans"/>
                <a:ea typeface="DejaVu Sans"/>
                <a:cs typeface="DejaVu Sans"/>
              </a:defRPr>
            </a:lvl5pPr>
            <a:lvl6pPr>
              <a:defRPr sz="2175" b="0">
                <a:solidFill>
                  <a:srgbClr val="172B39"/>
                </a:solidFill>
                <a:latin typeface="DejaVu Sans"/>
                <a:ea typeface="DejaVu Sans"/>
                <a:cs typeface="DejaVu Sans"/>
              </a:defRPr>
            </a:lvl6pPr>
            <a:lvl7pPr>
              <a:defRPr sz="2175" b="0">
                <a:solidFill>
                  <a:srgbClr val="172B39"/>
                </a:solidFill>
                <a:latin typeface="DejaVu Sans"/>
                <a:ea typeface="DejaVu Sans"/>
                <a:cs typeface="DejaVu Sans"/>
              </a:defRPr>
            </a:lvl7pPr>
            <a:lvl8pPr>
              <a:defRPr sz="2175" b="0">
                <a:solidFill>
                  <a:srgbClr val="172B39"/>
                </a:solidFill>
                <a:latin typeface="DejaVu Sans"/>
                <a:ea typeface="DejaVu Sans"/>
                <a:cs typeface="DejaVu Sans"/>
              </a:defRPr>
            </a:lvl8pPr>
            <a:lvl9pPr>
              <a:defRPr sz="2175" b="0">
                <a:solidFill>
                  <a:srgbClr val="172B39"/>
                </a:solidFill>
                <a:latin typeface="DejaVu Sans"/>
                <a:ea typeface="DejaVu Sans"/>
                <a:cs typeface="DejaVu Sans"/>
              </a:defRPr>
            </a:lvl9pPr>
          </a:lstStyle>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Sau continue, chuyển sang lượt tiếp theo.</a:t>
            </a:r>
          </a:p>
          <a:p xmlns:a="http://schemas.openxmlformats.org/drawingml/2006/main">
            <a:r>
              <a:t/>
            </a:r>
          </a:p>
          <a:p xmlns:a="http://schemas.openxmlformats.org/drawingml/2006/main">
            <a:pPr>
              <a:defRPr sz="2175" b="0">
                <a:solidFill>
                  <a:srgbClr val="172B39"/>
                </a:solidFill>
                <a:latin typeface="DejaVu Sans"/>
                <a:ea typeface="DejaVu Sans"/>
                <a:cs typeface="DejaVu Sans"/>
              </a:defRPr>
            </a:pPr>
            <a:r>
              <a:rPr sz="2175" b="0">
                <a:solidFill>
                  <a:srgbClr val="172B39"/>
                </a:solidFill>
                <a:latin typeface="DejaVu Sans"/>
                <a:ea typeface="DejaVu Sans"/>
                <a:cs typeface="DejaVu Sans"/>
              </a:rPr>
              <a:t>Các số lẻ đi đến print().</a:t>
            </a:r>
          </a:p>
        </p:txBody>
      </p:sp>
      <p:sp>
        <p:nvSpPr>
          <p:cNvPr id="4" name="surface-119">
            <a:extLst xmlns:a="http://schemas.openxmlformats.org/drawingml/2006/main">
              <a:ext uri="{FF2B5EF4-FFF2-40B4-BE49-F238E27FC236}">
                <a16:creationId xmlns:a16="http://schemas.microsoft.com/office/drawing/2014/main" id="{2008F6F2-7686-4E48-9796-108A64A4E576}"/>
              </a:ext>
            </a:extLst>
          </p:cNvPr>
          <p:cNvSpPr>
            <a:spLocks xmlns:a="http://schemas.openxmlformats.org/drawingml/2006/main" noGrp="1"/>
          </p:cNvSpPr>
          <p:nvPr/>
        </p:nvSpPr>
        <p:spPr>
          <a:xfrm xmlns:a="http://schemas.openxmlformats.org/drawingml/2006/main">
            <a:off x="5191125" y="1762125"/>
            <a:ext cx="6381750" cy="2171700"/>
          </a:xfrm>
          <a:prstGeom xmlns:a="http://schemas.openxmlformats.org/drawingml/2006/main" prst="rect">
            <a:avLst/>
          </a:prstGeom>
          <a:solidFill xmlns:a="http://schemas.openxmlformats.org/drawingml/2006/main">
            <a:srgbClr val="152B37"/>
          </a:solidFill>
          <a:ln xmlns:a="http://schemas.openxmlformats.org/drawingml/2006/main" w="0">
            <a:noFill/>
            <a:prstDash val="solid"/>
          </a:ln>
        </p:spPr>
      </p:sp>
      <p:sp>
        <p:nvSpPr>
          <p:cNvPr id="5" name="text-120">
            <a:extLst xmlns:a="http://schemas.openxmlformats.org/drawingml/2006/main">
              <a:ext uri="{FF2B5EF4-FFF2-40B4-BE49-F238E27FC236}">
                <a16:creationId xmlns:a16="http://schemas.microsoft.com/office/drawing/2014/main" id="{42FAE760-3F3E-4CF7-8DC3-2D6F704434E3}"/>
              </a:ext>
            </a:extLst>
          </p:cNvPr>
          <p:cNvSpPr>
            <a:spLocks xmlns:a="http://schemas.openxmlformats.org/drawingml/2006/main" noGrp="1"/>
          </p:cNvSpPr>
          <p:nvPr/>
        </p:nvSpPr>
        <p:spPr>
          <a:xfrm xmlns:a="http://schemas.openxmlformats.org/drawingml/2006/main">
            <a:off x="5438775" y="195262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for i in range(1, 7):</a:t>
            </a:r>
          </a:p>
        </p:txBody>
      </p:sp>
      <p:sp>
        <p:nvSpPr>
          <p:cNvPr id="6" name="text-121">
            <a:extLst xmlns:a="http://schemas.openxmlformats.org/drawingml/2006/main">
              <a:ext uri="{FF2B5EF4-FFF2-40B4-BE49-F238E27FC236}">
                <a16:creationId xmlns:a16="http://schemas.microsoft.com/office/drawing/2014/main" id="{5108BF7E-ECB5-4131-BEA6-2ECE304CE007}"/>
              </a:ext>
            </a:extLst>
          </p:cNvPr>
          <p:cNvSpPr>
            <a:spLocks xmlns:a="http://schemas.openxmlformats.org/drawingml/2006/main" noGrp="1"/>
          </p:cNvSpPr>
          <p:nvPr/>
        </p:nvSpPr>
        <p:spPr>
          <a:xfrm xmlns:a="http://schemas.openxmlformats.org/drawingml/2006/main">
            <a:off x="5438775" y="240030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if i % 2 == 0:</a:t>
            </a:r>
          </a:p>
        </p:txBody>
      </p:sp>
      <p:sp>
        <p:nvSpPr>
          <p:cNvPr id="7" name="text-122">
            <a:extLst xmlns:a="http://schemas.openxmlformats.org/drawingml/2006/main">
              <a:ext uri="{FF2B5EF4-FFF2-40B4-BE49-F238E27FC236}">
                <a16:creationId xmlns:a16="http://schemas.microsoft.com/office/drawing/2014/main" id="{6A49EAB1-FCAE-47EB-8E0A-BCC16D282D48}"/>
              </a:ext>
            </a:extLst>
          </p:cNvPr>
          <p:cNvSpPr>
            <a:spLocks xmlns:a="http://schemas.openxmlformats.org/drawingml/2006/main" noGrp="1"/>
          </p:cNvSpPr>
          <p:nvPr/>
        </p:nvSpPr>
        <p:spPr>
          <a:xfrm xmlns:a="http://schemas.openxmlformats.org/drawingml/2006/main">
            <a:off x="5438775" y="2847975"/>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continue</a:t>
            </a:r>
          </a:p>
        </p:txBody>
      </p:sp>
      <p:sp>
        <p:nvSpPr>
          <p:cNvPr id="8" name="text-123">
            <a:extLst xmlns:a="http://schemas.openxmlformats.org/drawingml/2006/main">
              <a:ext uri="{FF2B5EF4-FFF2-40B4-BE49-F238E27FC236}">
                <a16:creationId xmlns:a16="http://schemas.microsoft.com/office/drawing/2014/main" id="{C6B8AF46-3685-4737-9F46-72E5A515F3D6}"/>
              </a:ext>
            </a:extLst>
          </p:cNvPr>
          <p:cNvSpPr>
            <a:spLocks xmlns:a="http://schemas.openxmlformats.org/drawingml/2006/main" noGrp="1"/>
          </p:cNvSpPr>
          <p:nvPr/>
        </p:nvSpPr>
        <p:spPr>
          <a:xfrm xmlns:a="http://schemas.openxmlformats.org/drawingml/2006/main">
            <a:off x="5438775" y="3295650"/>
            <a:ext cx="58864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FFFFFF"/>
                </a:solidFill>
                <a:latin typeface="DejaVu Sans Mono"/>
                <a:ea typeface="DejaVu Sans Mono"/>
                <a:cs typeface="DejaVu Sans Mono"/>
              </a:defRPr>
            </a:defPPr>
            <a:lvl1pPr>
              <a:defRPr sz="1875" b="0">
                <a:solidFill>
                  <a:srgbClr val="FFFFFF"/>
                </a:solidFill>
                <a:latin typeface="DejaVu Sans Mono"/>
                <a:ea typeface="DejaVu Sans Mono"/>
                <a:cs typeface="DejaVu Sans Mono"/>
              </a:defRPr>
            </a:lvl1pPr>
            <a:lvl2pPr>
              <a:defRPr sz="1875" b="0">
                <a:solidFill>
                  <a:srgbClr val="FFFFFF"/>
                </a:solidFill>
                <a:latin typeface="DejaVu Sans Mono"/>
                <a:ea typeface="DejaVu Sans Mono"/>
                <a:cs typeface="DejaVu Sans Mono"/>
              </a:defRPr>
            </a:lvl2pPr>
            <a:lvl3pPr>
              <a:defRPr sz="1875" b="0">
                <a:solidFill>
                  <a:srgbClr val="FFFFFF"/>
                </a:solidFill>
                <a:latin typeface="DejaVu Sans Mono"/>
                <a:ea typeface="DejaVu Sans Mono"/>
                <a:cs typeface="DejaVu Sans Mono"/>
              </a:defRPr>
            </a:lvl3pPr>
            <a:lvl4pPr>
              <a:defRPr sz="1875" b="0">
                <a:solidFill>
                  <a:srgbClr val="FFFFFF"/>
                </a:solidFill>
                <a:latin typeface="DejaVu Sans Mono"/>
                <a:ea typeface="DejaVu Sans Mono"/>
                <a:cs typeface="DejaVu Sans Mono"/>
              </a:defRPr>
            </a:lvl4pPr>
            <a:lvl5pPr>
              <a:defRPr sz="1875" b="0">
                <a:solidFill>
                  <a:srgbClr val="FFFFFF"/>
                </a:solidFill>
                <a:latin typeface="DejaVu Sans Mono"/>
                <a:ea typeface="DejaVu Sans Mono"/>
                <a:cs typeface="DejaVu Sans Mono"/>
              </a:defRPr>
            </a:lvl5pPr>
            <a:lvl6pPr>
              <a:defRPr sz="1875" b="0">
                <a:solidFill>
                  <a:srgbClr val="FFFFFF"/>
                </a:solidFill>
                <a:latin typeface="DejaVu Sans Mono"/>
                <a:ea typeface="DejaVu Sans Mono"/>
                <a:cs typeface="DejaVu Sans Mono"/>
              </a:defRPr>
            </a:lvl6pPr>
            <a:lvl7pPr>
              <a:defRPr sz="1875" b="0">
                <a:solidFill>
                  <a:srgbClr val="FFFFFF"/>
                </a:solidFill>
                <a:latin typeface="DejaVu Sans Mono"/>
                <a:ea typeface="DejaVu Sans Mono"/>
                <a:cs typeface="DejaVu Sans Mono"/>
              </a:defRPr>
            </a:lvl7pPr>
            <a:lvl8pPr>
              <a:defRPr sz="1875" b="0">
                <a:solidFill>
                  <a:srgbClr val="FFFFFF"/>
                </a:solidFill>
                <a:latin typeface="DejaVu Sans Mono"/>
                <a:ea typeface="DejaVu Sans Mono"/>
                <a:cs typeface="DejaVu Sans Mono"/>
              </a:defRPr>
            </a:lvl8pPr>
            <a:lvl9pPr>
              <a:defRPr sz="1875" b="0">
                <a:solidFill>
                  <a:srgbClr val="FFFFFF"/>
                </a:solidFill>
                <a:latin typeface="DejaVu Sans Mono"/>
                <a:ea typeface="DejaVu Sans Mono"/>
                <a:cs typeface="DejaVu Sans Mono"/>
              </a:defRPr>
            </a:lvl9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print(i)</a:t>
            </a:r>
          </a:p>
        </p:txBody>
      </p:sp>
    </p:spTree>
    <p:extLst>
      <p:ext uri="{BB962C8B-B14F-4D97-AF65-F5344CB8AC3E}">
        <p14:creationId xmlns:p14="http://schemas.microsoft.com/office/powerpoint/2010/main" val="115336102"/>
      </p:ext>
    </p:extLst>
  </p:cSld>
</p:sld>
</file>

<file path=ppt/slides/slide21.xml><?xml version="1.0" encoding="utf-8"?>
<p:sld xmlns:p="http://schemas.openxmlformats.org/presentationml/2006/main">
  <p:cSld>
    <p:bg>
      <p:bgPr>
        <a:solidFill xmlns:a="http://schemas.openxmlformats.org/drawingml/2006/main">
          <a:srgbClr val="152B37"/>
        </a:solidFill>
      </p:bgPr>
    </p:bg>
    <p:spTree>
      <p:nvGrpSpPr>
        <p:cNvPr id="1" name=""/>
        <p:cNvGrpSpPr/>
        <p:nvPr/>
      </p:nvGrpSpPr>
      <p:grpSpPr>
        <a:xfrm xmlns:a="http://schemas.openxmlformats.org/drawingml/2006/main"/>
      </p:grpSpPr>
      <p:sp>
        <p:nvSpPr>
          <p:cNvPr id="4" name="text-124">
            <a:extLst xmlns:a="http://schemas.openxmlformats.org/drawingml/2006/main">
              <a:ext uri="{FF2B5EF4-FFF2-40B4-BE49-F238E27FC236}">
                <a16:creationId xmlns:a16="http://schemas.microsoft.com/office/drawing/2014/main" id="{BEC386BF-3B40-4EB3-BF89-6958966BE012}"/>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FFFFFF"/>
                </a:solidFill>
                <a:latin typeface="DejaVu Sans"/>
                <a:ea typeface="DejaVu Sans"/>
                <a:cs typeface="DejaVu Sans"/>
              </a:defRPr>
            </a:defPPr>
            <a:lvl1pPr>
              <a:defRPr sz="3450" b="1">
                <a:solidFill>
                  <a:srgbClr val="FFFFFF"/>
                </a:solidFill>
                <a:latin typeface="DejaVu Sans"/>
                <a:ea typeface="DejaVu Sans"/>
                <a:cs typeface="DejaVu Sans"/>
              </a:defRPr>
            </a:lvl1pPr>
            <a:lvl2pPr>
              <a:defRPr sz="3450" b="1">
                <a:solidFill>
                  <a:srgbClr val="FFFFFF"/>
                </a:solidFill>
                <a:latin typeface="DejaVu Sans"/>
                <a:ea typeface="DejaVu Sans"/>
                <a:cs typeface="DejaVu Sans"/>
              </a:defRPr>
            </a:lvl2pPr>
            <a:lvl3pPr>
              <a:defRPr sz="3450" b="1">
                <a:solidFill>
                  <a:srgbClr val="FFFFFF"/>
                </a:solidFill>
                <a:latin typeface="DejaVu Sans"/>
                <a:ea typeface="DejaVu Sans"/>
                <a:cs typeface="DejaVu Sans"/>
              </a:defRPr>
            </a:lvl3pPr>
            <a:lvl4pPr>
              <a:defRPr sz="3450" b="1">
                <a:solidFill>
                  <a:srgbClr val="FFFFFF"/>
                </a:solidFill>
                <a:latin typeface="DejaVu Sans"/>
                <a:ea typeface="DejaVu Sans"/>
                <a:cs typeface="DejaVu Sans"/>
              </a:defRPr>
            </a:lvl4pPr>
            <a:lvl5pPr>
              <a:defRPr sz="3450" b="1">
                <a:solidFill>
                  <a:srgbClr val="FFFFFF"/>
                </a:solidFill>
                <a:latin typeface="DejaVu Sans"/>
                <a:ea typeface="DejaVu Sans"/>
                <a:cs typeface="DejaVu Sans"/>
              </a:defRPr>
            </a:lvl5pPr>
            <a:lvl6pPr>
              <a:defRPr sz="3450" b="1">
                <a:solidFill>
                  <a:srgbClr val="FFFFFF"/>
                </a:solidFill>
                <a:latin typeface="DejaVu Sans"/>
                <a:ea typeface="DejaVu Sans"/>
                <a:cs typeface="DejaVu Sans"/>
              </a:defRPr>
            </a:lvl6pPr>
            <a:lvl7pPr>
              <a:defRPr sz="3450" b="1">
                <a:solidFill>
                  <a:srgbClr val="FFFFFF"/>
                </a:solidFill>
                <a:latin typeface="DejaVu Sans"/>
                <a:ea typeface="DejaVu Sans"/>
                <a:cs typeface="DejaVu Sans"/>
              </a:defRPr>
            </a:lvl7pPr>
            <a:lvl8pPr>
              <a:defRPr sz="3450" b="1">
                <a:solidFill>
                  <a:srgbClr val="FFFFFF"/>
                </a:solidFill>
                <a:latin typeface="DejaVu Sans"/>
                <a:ea typeface="DejaVu Sans"/>
                <a:cs typeface="DejaVu Sans"/>
              </a:defRPr>
            </a:lvl8pPr>
            <a:lvl9pPr>
              <a:defRPr sz="3450" b="1">
                <a:solidFill>
                  <a:srgbClr val="FFFFFF"/>
                </a:solidFill>
                <a:latin typeface="DejaVu Sans"/>
                <a:ea typeface="DejaVu Sans"/>
                <a:cs typeface="DejaVu Sans"/>
              </a:defRPr>
            </a:lvl9pPr>
          </a:lstStyle>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Luyện tập 5 và 6</a:t>
            </a:r>
          </a:p>
        </p:txBody>
      </p:sp>
      <p:sp>
        <p:nvSpPr>
          <p:cNvPr id="2" name="text-125">
            <a:extLst xmlns:a="http://schemas.openxmlformats.org/drawingml/2006/main">
              <a:ext uri="{FF2B5EF4-FFF2-40B4-BE49-F238E27FC236}">
                <a16:creationId xmlns:a16="http://schemas.microsoft.com/office/drawing/2014/main" id="{DB635ABB-0238-45E3-8347-80A27F9010CD}"/>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9CDD4"/>
                </a:solidFill>
                <a:latin typeface="DejaVu Sans"/>
                <a:ea typeface="DejaVu Sans"/>
                <a:cs typeface="DejaVu Sans"/>
              </a:defRPr>
            </a:defPPr>
            <a:lvl1pPr>
              <a:defRPr sz="1275" b="0">
                <a:solidFill>
                  <a:srgbClr val="B9CDD4"/>
                </a:solidFill>
                <a:latin typeface="DejaVu Sans"/>
                <a:ea typeface="DejaVu Sans"/>
                <a:cs typeface="DejaVu Sans"/>
              </a:defRPr>
            </a:lvl1pPr>
            <a:lvl2pPr>
              <a:defRPr sz="1275" b="0">
                <a:solidFill>
                  <a:srgbClr val="B9CDD4"/>
                </a:solidFill>
                <a:latin typeface="DejaVu Sans"/>
                <a:ea typeface="DejaVu Sans"/>
                <a:cs typeface="DejaVu Sans"/>
              </a:defRPr>
            </a:lvl2pPr>
            <a:lvl3pPr>
              <a:defRPr sz="1275" b="0">
                <a:solidFill>
                  <a:srgbClr val="B9CDD4"/>
                </a:solidFill>
                <a:latin typeface="DejaVu Sans"/>
                <a:ea typeface="DejaVu Sans"/>
                <a:cs typeface="DejaVu Sans"/>
              </a:defRPr>
            </a:lvl3pPr>
            <a:lvl4pPr>
              <a:defRPr sz="1275" b="0">
                <a:solidFill>
                  <a:srgbClr val="B9CDD4"/>
                </a:solidFill>
                <a:latin typeface="DejaVu Sans"/>
                <a:ea typeface="DejaVu Sans"/>
                <a:cs typeface="DejaVu Sans"/>
              </a:defRPr>
            </a:lvl4pPr>
            <a:lvl5pPr>
              <a:defRPr sz="1275" b="0">
                <a:solidFill>
                  <a:srgbClr val="B9CDD4"/>
                </a:solidFill>
                <a:latin typeface="DejaVu Sans"/>
                <a:ea typeface="DejaVu Sans"/>
                <a:cs typeface="DejaVu Sans"/>
              </a:defRPr>
            </a:lvl5pPr>
            <a:lvl6pPr>
              <a:defRPr sz="1275" b="0">
                <a:solidFill>
                  <a:srgbClr val="B9CDD4"/>
                </a:solidFill>
                <a:latin typeface="DejaVu Sans"/>
                <a:ea typeface="DejaVu Sans"/>
                <a:cs typeface="DejaVu Sans"/>
              </a:defRPr>
            </a:lvl6pPr>
            <a:lvl7pPr>
              <a:defRPr sz="1275" b="0">
                <a:solidFill>
                  <a:srgbClr val="B9CDD4"/>
                </a:solidFill>
                <a:latin typeface="DejaVu Sans"/>
                <a:ea typeface="DejaVu Sans"/>
                <a:cs typeface="DejaVu Sans"/>
              </a:defRPr>
            </a:lvl7pPr>
            <a:lvl8pPr>
              <a:defRPr sz="1275" b="0">
                <a:solidFill>
                  <a:srgbClr val="B9CDD4"/>
                </a:solidFill>
                <a:latin typeface="DejaVu Sans"/>
                <a:ea typeface="DejaVu Sans"/>
                <a:cs typeface="DejaVu Sans"/>
              </a:defRPr>
            </a:lvl8pPr>
            <a:lvl9pPr>
              <a:defRPr sz="1275" b="0">
                <a:solidFill>
                  <a:srgbClr val="B9CDD4"/>
                </a:solidFill>
                <a:latin typeface="DejaVu Sans"/>
                <a:ea typeface="DejaVu Sans"/>
                <a:cs typeface="DejaVu Sans"/>
              </a:defRPr>
            </a:lvl9pPr>
          </a:lstStyle>
          <a:p xmlns:a="http://schemas.openxmlformats.org/drawingml/2006/main">
            <a:pPr>
              <a:defRPr sz="1275" b="0">
                <a:solidFill>
                  <a:srgbClr val="B9CDD4"/>
                </a:solidFill>
                <a:latin typeface="DejaVu Sans"/>
                <a:ea typeface="DejaVu Sans"/>
                <a:cs typeface="DejaVu Sans"/>
              </a:defRPr>
            </a:pPr>
            <a:r>
              <a:rPr sz="1275" b="0">
                <a:solidFill>
                  <a:srgbClr val="B9CDD4"/>
                </a:solidFill>
                <a:latin typeface="DejaVu Sans"/>
                <a:ea typeface="DejaVu Sans"/>
                <a:cs typeface="DejaVu Sans"/>
              </a:rPr>
              <a:t>21</a:t>
            </a:r>
          </a:p>
        </p:txBody>
      </p:sp>
      <p:sp>
        <p:nvSpPr>
          <p:cNvPr id="3" name="text-126">
            <a:extLst xmlns:a="http://schemas.openxmlformats.org/drawingml/2006/main">
              <a:ext uri="{FF2B5EF4-FFF2-40B4-BE49-F238E27FC236}">
                <a16:creationId xmlns:a16="http://schemas.microsoft.com/office/drawing/2014/main" id="{7A1C6FDB-74C0-4326-83E8-65F542521524}"/>
              </a:ext>
            </a:extLst>
          </p:cNvPr>
          <p:cNvSpPr>
            <a:spLocks xmlns:a="http://schemas.openxmlformats.org/drawingml/2006/main" noGrp="1"/>
          </p:cNvSpPr>
          <p:nvPr/>
        </p:nvSpPr>
        <p:spPr>
          <a:xfrm xmlns:a="http://schemas.openxmlformats.org/drawingml/2006/main">
            <a:off x="647700" y="1952625"/>
            <a:ext cx="10668000" cy="381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0">
                <a:solidFill>
                  <a:srgbClr val="FFFFFF"/>
                </a:solidFill>
                <a:latin typeface="DejaVu Sans"/>
                <a:ea typeface="DejaVu Sans"/>
                <a:cs typeface="DejaVu Sans"/>
              </a:defRPr>
            </a:defPPr>
            <a:lvl1pPr>
              <a:defRPr sz="2700" b="0">
                <a:solidFill>
                  <a:srgbClr val="FFFFFF"/>
                </a:solidFill>
                <a:latin typeface="DejaVu Sans"/>
                <a:ea typeface="DejaVu Sans"/>
                <a:cs typeface="DejaVu Sans"/>
              </a:defRPr>
            </a:lvl1pPr>
            <a:lvl2pPr>
              <a:defRPr sz="2700" b="0">
                <a:solidFill>
                  <a:srgbClr val="FFFFFF"/>
                </a:solidFill>
                <a:latin typeface="DejaVu Sans"/>
                <a:ea typeface="DejaVu Sans"/>
                <a:cs typeface="DejaVu Sans"/>
              </a:defRPr>
            </a:lvl2pPr>
            <a:lvl3pPr>
              <a:defRPr sz="2700" b="0">
                <a:solidFill>
                  <a:srgbClr val="FFFFFF"/>
                </a:solidFill>
                <a:latin typeface="DejaVu Sans"/>
                <a:ea typeface="DejaVu Sans"/>
                <a:cs typeface="DejaVu Sans"/>
              </a:defRPr>
            </a:lvl3pPr>
            <a:lvl4pPr>
              <a:defRPr sz="2700" b="0">
                <a:solidFill>
                  <a:srgbClr val="FFFFFF"/>
                </a:solidFill>
                <a:latin typeface="DejaVu Sans"/>
                <a:ea typeface="DejaVu Sans"/>
                <a:cs typeface="DejaVu Sans"/>
              </a:defRPr>
            </a:lvl4pPr>
            <a:lvl5pPr>
              <a:defRPr sz="2700" b="0">
                <a:solidFill>
                  <a:srgbClr val="FFFFFF"/>
                </a:solidFill>
                <a:latin typeface="DejaVu Sans"/>
                <a:ea typeface="DejaVu Sans"/>
                <a:cs typeface="DejaVu Sans"/>
              </a:defRPr>
            </a:lvl5pPr>
            <a:lvl6pPr>
              <a:defRPr sz="2700" b="0">
                <a:solidFill>
                  <a:srgbClr val="FFFFFF"/>
                </a:solidFill>
                <a:latin typeface="DejaVu Sans"/>
                <a:ea typeface="DejaVu Sans"/>
                <a:cs typeface="DejaVu Sans"/>
              </a:defRPr>
            </a:lvl6pPr>
            <a:lvl7pPr>
              <a:defRPr sz="2700" b="0">
                <a:solidFill>
                  <a:srgbClr val="FFFFFF"/>
                </a:solidFill>
                <a:latin typeface="DejaVu Sans"/>
                <a:ea typeface="DejaVu Sans"/>
                <a:cs typeface="DejaVu Sans"/>
              </a:defRPr>
            </a:lvl7pPr>
            <a:lvl8pPr>
              <a:defRPr sz="2700" b="0">
                <a:solidFill>
                  <a:srgbClr val="FFFFFF"/>
                </a:solidFill>
                <a:latin typeface="DejaVu Sans"/>
                <a:ea typeface="DejaVu Sans"/>
                <a:cs typeface="DejaVu Sans"/>
              </a:defRPr>
            </a:lvl8pPr>
            <a:lvl9pPr>
              <a:defRPr sz="2700" b="0">
                <a:solidFill>
                  <a:srgbClr val="FFFFFF"/>
                </a:solidFill>
                <a:latin typeface="DejaVu Sans"/>
                <a:ea typeface="DejaVu Sans"/>
                <a:cs typeface="DejaVu Sans"/>
              </a:defRPr>
            </a:lvl9pPr>
          </a:lstStyle>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Bài 5: sửa đếm ngược với while</a:t>
            </a:r>
          </a:p>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Bài 6: kết hợp break và continue</a:t>
            </a:r>
          </a:p>
          <a:p xmlns:a="http://schemas.openxmlformats.org/drawingml/2006/main">
            <a:r>
              <a:t/>
            </a:r>
          </a:p>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Trước khi chạy while, chỉ ra biến nào thay đổi.</a:t>
            </a:r>
          </a:p>
        </p:txBody>
      </p:sp>
    </p:spTree>
    <p:extLst>
      <p:ext uri="{BB962C8B-B14F-4D97-AF65-F5344CB8AC3E}">
        <p14:creationId xmlns:p14="http://schemas.microsoft.com/office/powerpoint/2010/main" val="1894645449"/>
      </p:ext>
    </p:extLst>
  </p:cSld>
</p:sld>
</file>

<file path=ppt/slides/slide2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4" name="text-127">
            <a:extLst xmlns:a="http://schemas.openxmlformats.org/drawingml/2006/main">
              <a:ext uri="{FF2B5EF4-FFF2-40B4-BE49-F238E27FC236}">
                <a16:creationId xmlns:a16="http://schemas.microsoft.com/office/drawing/2014/main" id="{7400D7A9-D9B9-474D-A05B-47AFD01C99CD}"/>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Bài tổng hợp: nhập điểm đến khi dừng</a:t>
            </a:r>
          </a:p>
        </p:txBody>
      </p:sp>
      <p:sp>
        <p:nvSpPr>
          <p:cNvPr id="2" name="text-128">
            <a:extLst xmlns:a="http://schemas.openxmlformats.org/drawingml/2006/main">
              <a:ext uri="{FF2B5EF4-FFF2-40B4-BE49-F238E27FC236}">
                <a16:creationId xmlns:a16="http://schemas.microsoft.com/office/drawing/2014/main" id="{1220D8BA-C504-43A0-A7A3-9770A317FC51}"/>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22</a:t>
            </a:r>
          </a:p>
        </p:txBody>
      </p:sp>
      <p:sp>
        <p:nvSpPr>
          <p:cNvPr id="3" name="text-129">
            <a:extLst xmlns:a="http://schemas.openxmlformats.org/drawingml/2006/main">
              <a:ext uri="{FF2B5EF4-FFF2-40B4-BE49-F238E27FC236}">
                <a16:creationId xmlns:a16="http://schemas.microsoft.com/office/drawing/2014/main" id="{4EE97277-5266-485B-BF20-C912E66E9B40}"/>
              </a:ext>
            </a:extLst>
          </p:cNvPr>
          <p:cNvSpPr>
            <a:spLocks xmlns:a="http://schemas.openxmlformats.org/drawingml/2006/main" noGrp="1"/>
          </p:cNvSpPr>
          <p:nvPr/>
        </p:nvSpPr>
        <p:spPr>
          <a:xfrm xmlns:a="http://schemas.openxmlformats.org/drawingml/2006/main">
            <a:off x="647700" y="1952625"/>
            <a:ext cx="10668000" cy="381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0">
                <a:solidFill>
                  <a:srgbClr val="172B39"/>
                </a:solidFill>
                <a:latin typeface="DejaVu Sans"/>
                <a:ea typeface="DejaVu Sans"/>
                <a:cs typeface="DejaVu Sans"/>
              </a:defRPr>
            </a:defPPr>
            <a:lvl1pPr>
              <a:defRPr sz="2700" b="0">
                <a:solidFill>
                  <a:srgbClr val="172B39"/>
                </a:solidFill>
                <a:latin typeface="DejaVu Sans"/>
                <a:ea typeface="DejaVu Sans"/>
                <a:cs typeface="DejaVu Sans"/>
              </a:defRPr>
            </a:lvl1pPr>
            <a:lvl2pPr>
              <a:defRPr sz="2700" b="0">
                <a:solidFill>
                  <a:srgbClr val="172B39"/>
                </a:solidFill>
                <a:latin typeface="DejaVu Sans"/>
                <a:ea typeface="DejaVu Sans"/>
                <a:cs typeface="DejaVu Sans"/>
              </a:defRPr>
            </a:lvl2pPr>
            <a:lvl3pPr>
              <a:defRPr sz="2700" b="0">
                <a:solidFill>
                  <a:srgbClr val="172B39"/>
                </a:solidFill>
                <a:latin typeface="DejaVu Sans"/>
                <a:ea typeface="DejaVu Sans"/>
                <a:cs typeface="DejaVu Sans"/>
              </a:defRPr>
            </a:lvl3pPr>
            <a:lvl4pPr>
              <a:defRPr sz="2700" b="0">
                <a:solidFill>
                  <a:srgbClr val="172B39"/>
                </a:solidFill>
                <a:latin typeface="DejaVu Sans"/>
                <a:ea typeface="DejaVu Sans"/>
                <a:cs typeface="DejaVu Sans"/>
              </a:defRPr>
            </a:lvl4pPr>
            <a:lvl5pPr>
              <a:defRPr sz="2700" b="0">
                <a:solidFill>
                  <a:srgbClr val="172B39"/>
                </a:solidFill>
                <a:latin typeface="DejaVu Sans"/>
                <a:ea typeface="DejaVu Sans"/>
                <a:cs typeface="DejaVu Sans"/>
              </a:defRPr>
            </a:lvl5pPr>
            <a:lvl6pPr>
              <a:defRPr sz="2700" b="0">
                <a:solidFill>
                  <a:srgbClr val="172B39"/>
                </a:solidFill>
                <a:latin typeface="DejaVu Sans"/>
                <a:ea typeface="DejaVu Sans"/>
                <a:cs typeface="DejaVu Sans"/>
              </a:defRPr>
            </a:lvl6pPr>
            <a:lvl7pPr>
              <a:defRPr sz="2700" b="0">
                <a:solidFill>
                  <a:srgbClr val="172B39"/>
                </a:solidFill>
                <a:latin typeface="DejaVu Sans"/>
                <a:ea typeface="DejaVu Sans"/>
                <a:cs typeface="DejaVu Sans"/>
              </a:defRPr>
            </a:lvl7pPr>
            <a:lvl8pPr>
              <a:defRPr sz="2700" b="0">
                <a:solidFill>
                  <a:srgbClr val="172B39"/>
                </a:solidFill>
                <a:latin typeface="DejaVu Sans"/>
                <a:ea typeface="DejaVu Sans"/>
                <a:cs typeface="DejaVu Sans"/>
              </a:defRPr>
            </a:lvl8pPr>
            <a:lvl9pPr>
              <a:defRPr sz="2700" b="0">
                <a:solidFill>
                  <a:srgbClr val="172B39"/>
                </a:solidFill>
                <a:latin typeface="DejaVu Sans"/>
                <a:ea typeface="DejaVu Sans"/>
                <a:cs typeface="DejaVu Sans"/>
              </a:defRPr>
            </a:lvl9pPr>
          </a:lstStyle>
          <a:p xmlns:a="http://schemas.openxmlformats.org/drawingml/2006/main">
            <a:pPr>
              <a:defRPr sz="2700" b="0">
                <a:solidFill>
                  <a:srgbClr val="172B39"/>
                </a:solidFill>
                <a:latin typeface="DejaVu Sans"/>
                <a:ea typeface="DejaVu Sans"/>
                <a:cs typeface="DejaVu Sans"/>
              </a:defRPr>
            </a:pPr>
            <a:r>
              <a:rPr sz="2700" b="0">
                <a:solidFill>
                  <a:srgbClr val="172B39"/>
                </a:solidFill>
                <a:latin typeface="DejaVu Sans"/>
                <a:ea typeface="DejaVu Sans"/>
                <a:cs typeface="DejaVu Sans"/>
              </a:rPr>
              <a:t>Nhập từng điểm trong khoảng 0 đến 10</a:t>
            </a:r>
          </a:p>
          <a:p xmlns:a="http://schemas.openxmlformats.org/drawingml/2006/main">
            <a:pPr>
              <a:defRPr sz="2700" b="0">
                <a:solidFill>
                  <a:srgbClr val="172B39"/>
                </a:solidFill>
                <a:latin typeface="DejaVu Sans"/>
                <a:ea typeface="DejaVu Sans"/>
                <a:cs typeface="DejaVu Sans"/>
              </a:defRPr>
            </a:pPr>
            <a:r>
              <a:rPr sz="2700" b="0">
                <a:solidFill>
                  <a:srgbClr val="172B39"/>
                </a:solidFill>
                <a:latin typeface="DejaVu Sans"/>
                <a:ea typeface="DejaVu Sans"/>
                <a:cs typeface="DejaVu Sans"/>
              </a:rPr>
              <a:t>Nhập -1 để kết thúc</a:t>
            </a:r>
          </a:p>
          <a:p xmlns:a="http://schemas.openxmlformats.org/drawingml/2006/main">
            <a:pPr>
              <a:defRPr sz="2700" b="0">
                <a:solidFill>
                  <a:srgbClr val="172B39"/>
                </a:solidFill>
                <a:latin typeface="DejaVu Sans"/>
                <a:ea typeface="DejaVu Sans"/>
                <a:cs typeface="DejaVu Sans"/>
              </a:defRPr>
            </a:pPr>
            <a:r>
              <a:rPr sz="2700" b="0">
                <a:solidFill>
                  <a:srgbClr val="172B39"/>
                </a:solidFill>
                <a:latin typeface="DejaVu Sans"/>
                <a:ea typeface="DejaVu Sans"/>
                <a:cs typeface="DejaVu Sans"/>
              </a:rPr>
              <a:t>Điểm ngoài khoảng: thông báo và nhập tiếp</a:t>
            </a:r>
          </a:p>
          <a:p xmlns:a="http://schemas.openxmlformats.org/drawingml/2006/main">
            <a:pPr>
              <a:defRPr sz="2700" b="0">
                <a:solidFill>
                  <a:srgbClr val="172B39"/>
                </a:solidFill>
                <a:latin typeface="DejaVu Sans"/>
                <a:ea typeface="DejaVu Sans"/>
                <a:cs typeface="DejaVu Sans"/>
              </a:defRPr>
            </a:pPr>
            <a:r>
              <a:rPr sz="2700" b="0">
                <a:solidFill>
                  <a:srgbClr val="172B39"/>
                </a:solidFill>
                <a:latin typeface="DejaVu Sans"/>
                <a:ea typeface="DejaVu Sans"/>
                <a:cs typeface="DejaVu Sans"/>
              </a:rPr>
              <a:t>Cuối cùng in số điểm và trung bình</a:t>
            </a:r>
          </a:p>
        </p:txBody>
      </p:sp>
    </p:spTree>
    <p:extLst>
      <p:ext uri="{BB962C8B-B14F-4D97-AF65-F5344CB8AC3E}">
        <p14:creationId xmlns:p14="http://schemas.microsoft.com/office/powerpoint/2010/main" val="437819096"/>
      </p:ext>
    </p:extLst>
  </p:cSld>
</p:sld>
</file>

<file path=ppt/slides/slide2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4" name="text-130">
            <a:extLst xmlns:a="http://schemas.openxmlformats.org/drawingml/2006/main">
              <a:ext uri="{FF2B5EF4-FFF2-40B4-BE49-F238E27FC236}">
                <a16:creationId xmlns:a16="http://schemas.microsoft.com/office/drawing/2014/main" id="{5D8A2F4A-FADF-45E9-921E-A9268BB05036}"/>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172B39"/>
                </a:solidFill>
                <a:latin typeface="DejaVu Sans"/>
                <a:ea typeface="DejaVu Sans"/>
                <a:cs typeface="DejaVu Sans"/>
              </a:defRPr>
            </a:defPPr>
            <a:lvl1pPr>
              <a:defRPr sz="3450" b="1">
                <a:solidFill>
                  <a:srgbClr val="172B39"/>
                </a:solidFill>
                <a:latin typeface="DejaVu Sans"/>
                <a:ea typeface="DejaVu Sans"/>
                <a:cs typeface="DejaVu Sans"/>
              </a:defRPr>
            </a:lvl1pPr>
            <a:lvl2pPr>
              <a:defRPr sz="3450" b="1">
                <a:solidFill>
                  <a:srgbClr val="172B39"/>
                </a:solidFill>
                <a:latin typeface="DejaVu Sans"/>
                <a:ea typeface="DejaVu Sans"/>
                <a:cs typeface="DejaVu Sans"/>
              </a:defRPr>
            </a:lvl2pPr>
            <a:lvl3pPr>
              <a:defRPr sz="3450" b="1">
                <a:solidFill>
                  <a:srgbClr val="172B39"/>
                </a:solidFill>
                <a:latin typeface="DejaVu Sans"/>
                <a:ea typeface="DejaVu Sans"/>
                <a:cs typeface="DejaVu Sans"/>
              </a:defRPr>
            </a:lvl3pPr>
            <a:lvl4pPr>
              <a:defRPr sz="3450" b="1">
                <a:solidFill>
                  <a:srgbClr val="172B39"/>
                </a:solidFill>
                <a:latin typeface="DejaVu Sans"/>
                <a:ea typeface="DejaVu Sans"/>
                <a:cs typeface="DejaVu Sans"/>
              </a:defRPr>
            </a:lvl4pPr>
            <a:lvl5pPr>
              <a:defRPr sz="3450" b="1">
                <a:solidFill>
                  <a:srgbClr val="172B39"/>
                </a:solidFill>
                <a:latin typeface="DejaVu Sans"/>
                <a:ea typeface="DejaVu Sans"/>
                <a:cs typeface="DejaVu Sans"/>
              </a:defRPr>
            </a:lvl5pPr>
            <a:lvl6pPr>
              <a:defRPr sz="3450" b="1">
                <a:solidFill>
                  <a:srgbClr val="172B39"/>
                </a:solidFill>
                <a:latin typeface="DejaVu Sans"/>
                <a:ea typeface="DejaVu Sans"/>
                <a:cs typeface="DejaVu Sans"/>
              </a:defRPr>
            </a:lvl6pPr>
            <a:lvl7pPr>
              <a:defRPr sz="3450" b="1">
                <a:solidFill>
                  <a:srgbClr val="172B39"/>
                </a:solidFill>
                <a:latin typeface="DejaVu Sans"/>
                <a:ea typeface="DejaVu Sans"/>
                <a:cs typeface="DejaVu Sans"/>
              </a:defRPr>
            </a:lvl7pPr>
            <a:lvl8pPr>
              <a:defRPr sz="3450" b="1">
                <a:solidFill>
                  <a:srgbClr val="172B39"/>
                </a:solidFill>
                <a:latin typeface="DejaVu Sans"/>
                <a:ea typeface="DejaVu Sans"/>
                <a:cs typeface="DejaVu Sans"/>
              </a:defRPr>
            </a:lvl8pPr>
            <a:lvl9pPr>
              <a:defRPr sz="3450" b="1">
                <a:solidFill>
                  <a:srgbClr val="172B39"/>
                </a:solidFill>
                <a:latin typeface="DejaVu Sans"/>
                <a:ea typeface="DejaVu Sans"/>
                <a:cs typeface="DejaVu Sans"/>
              </a:defRPr>
            </a:lvl9pPr>
          </a:lstStyle>
          <a:p xmlns:a="http://schemas.openxmlformats.org/drawingml/2006/main">
            <a:pPr>
              <a:defRPr sz="3450" b="1">
                <a:solidFill>
                  <a:srgbClr val="172B39"/>
                </a:solidFill>
                <a:latin typeface="DejaVu Sans"/>
                <a:ea typeface="DejaVu Sans"/>
                <a:cs typeface="DejaVu Sans"/>
              </a:defRPr>
            </a:pPr>
            <a:r>
              <a:rPr sz="3450" b="1">
                <a:solidFill>
                  <a:srgbClr val="172B39"/>
                </a:solidFill>
                <a:latin typeface="DejaVu Sans"/>
                <a:ea typeface="DejaVu Sans"/>
                <a:cs typeface="DejaVu Sans"/>
              </a:rPr>
              <a:t>Kiểm thử cả tình huống biên</a:t>
            </a:r>
          </a:p>
        </p:txBody>
      </p:sp>
      <p:sp>
        <p:nvSpPr>
          <p:cNvPr id="2" name="text-131">
            <a:extLst xmlns:a="http://schemas.openxmlformats.org/drawingml/2006/main">
              <a:ext uri="{FF2B5EF4-FFF2-40B4-BE49-F238E27FC236}">
                <a16:creationId xmlns:a16="http://schemas.microsoft.com/office/drawing/2014/main" id="{9C29839A-01E8-4957-8B8F-09A0BB05BC69}"/>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2616A"/>
                </a:solidFill>
                <a:latin typeface="DejaVu Sans"/>
                <a:ea typeface="DejaVu Sans"/>
                <a:cs typeface="DejaVu Sans"/>
              </a:defRPr>
            </a:defPPr>
            <a:lvl1pPr>
              <a:defRPr sz="1275" b="0">
                <a:solidFill>
                  <a:srgbClr val="52616A"/>
                </a:solidFill>
                <a:latin typeface="DejaVu Sans"/>
                <a:ea typeface="DejaVu Sans"/>
                <a:cs typeface="DejaVu Sans"/>
              </a:defRPr>
            </a:lvl1pPr>
            <a:lvl2pPr>
              <a:defRPr sz="1275" b="0">
                <a:solidFill>
                  <a:srgbClr val="52616A"/>
                </a:solidFill>
                <a:latin typeface="DejaVu Sans"/>
                <a:ea typeface="DejaVu Sans"/>
                <a:cs typeface="DejaVu Sans"/>
              </a:defRPr>
            </a:lvl2pPr>
            <a:lvl3pPr>
              <a:defRPr sz="1275" b="0">
                <a:solidFill>
                  <a:srgbClr val="52616A"/>
                </a:solidFill>
                <a:latin typeface="DejaVu Sans"/>
                <a:ea typeface="DejaVu Sans"/>
                <a:cs typeface="DejaVu Sans"/>
              </a:defRPr>
            </a:lvl3pPr>
            <a:lvl4pPr>
              <a:defRPr sz="1275" b="0">
                <a:solidFill>
                  <a:srgbClr val="52616A"/>
                </a:solidFill>
                <a:latin typeface="DejaVu Sans"/>
                <a:ea typeface="DejaVu Sans"/>
                <a:cs typeface="DejaVu Sans"/>
              </a:defRPr>
            </a:lvl4pPr>
            <a:lvl5pPr>
              <a:defRPr sz="1275" b="0">
                <a:solidFill>
                  <a:srgbClr val="52616A"/>
                </a:solidFill>
                <a:latin typeface="DejaVu Sans"/>
                <a:ea typeface="DejaVu Sans"/>
                <a:cs typeface="DejaVu Sans"/>
              </a:defRPr>
            </a:lvl5pPr>
            <a:lvl6pPr>
              <a:defRPr sz="1275" b="0">
                <a:solidFill>
                  <a:srgbClr val="52616A"/>
                </a:solidFill>
                <a:latin typeface="DejaVu Sans"/>
                <a:ea typeface="DejaVu Sans"/>
                <a:cs typeface="DejaVu Sans"/>
              </a:defRPr>
            </a:lvl6pPr>
            <a:lvl7pPr>
              <a:defRPr sz="1275" b="0">
                <a:solidFill>
                  <a:srgbClr val="52616A"/>
                </a:solidFill>
                <a:latin typeface="DejaVu Sans"/>
                <a:ea typeface="DejaVu Sans"/>
                <a:cs typeface="DejaVu Sans"/>
              </a:defRPr>
            </a:lvl7pPr>
            <a:lvl8pPr>
              <a:defRPr sz="1275" b="0">
                <a:solidFill>
                  <a:srgbClr val="52616A"/>
                </a:solidFill>
                <a:latin typeface="DejaVu Sans"/>
                <a:ea typeface="DejaVu Sans"/>
                <a:cs typeface="DejaVu Sans"/>
              </a:defRPr>
            </a:lvl8pPr>
            <a:lvl9pPr>
              <a:defRPr sz="1275" b="0">
                <a:solidFill>
                  <a:srgbClr val="52616A"/>
                </a:solidFill>
                <a:latin typeface="DejaVu Sans"/>
                <a:ea typeface="DejaVu Sans"/>
                <a:cs typeface="DejaVu Sans"/>
              </a:defRPr>
            </a:lvl9pPr>
          </a:lstStyle>
          <a:p xmlns:a="http://schemas.openxmlformats.org/drawingml/2006/main">
            <a:pPr>
              <a:defRPr sz="1275" b="0">
                <a:solidFill>
                  <a:srgbClr val="52616A"/>
                </a:solidFill>
                <a:latin typeface="DejaVu Sans"/>
                <a:ea typeface="DejaVu Sans"/>
                <a:cs typeface="DejaVu Sans"/>
              </a:defRPr>
            </a:pPr>
            <a:r>
              <a:rPr sz="1275" b="0">
                <a:solidFill>
                  <a:srgbClr val="52616A"/>
                </a:solidFill>
                <a:latin typeface="DejaVu Sans"/>
                <a:ea typeface="DejaVu Sans"/>
                <a:cs typeface="DejaVu Sans"/>
              </a:rPr>
              <a:t>23</a:t>
            </a:r>
          </a:p>
        </p:txBody>
      </p:sp>
      <p:graphicFrame>
        <p:nvGraphicFramePr>
          <p:cNvPr id="3" name="">
            <a:extLst xmlns:a="http://schemas.openxmlformats.org/drawingml/2006/main">
              <a:ext uri="{FF2B5EF4-FFF2-40B4-BE49-F238E27FC236}">
                <a16:creationId xmlns:a16="http://schemas.microsoft.com/office/drawing/2014/main" id="{311070DC-F2E6-4159-9F95-629422DD1DDD}"/>
              </a:ext>
            </a:extLst>
          </p:cNvPr>
          <p:cNvGraphicFramePr/>
          <p:nvPr/>
        </p:nvGraphicFramePr>
        <p:xfrm>
          <a:off xmlns:a="http://schemas.openxmlformats.org/drawingml/2006/main" x="609600" y="1762125"/>
          <a:ext xmlns:a="http://schemas.openxmlformats.org/drawingml/2006/main" cx="10953750" cy="3333750"/>
        </p:xfrm>
        <a:graphic xmlns:a="http://schemas.openxmlformats.org/drawingml/2006/main">
          <a:graphicData uri="http://schemas.openxmlformats.org/drawingml/2006/table">
            <a:tbl>
              <a:tblPr/>
              <a:tblGrid>
                <a:gridCol w="3651250"/>
                <a:gridCol w="3651250"/>
                <a:gridCol w="3651250"/>
              </a:tblGrid>
              <a:tr h="666750">
                <a:tc>
                  <a:txBody>
                    <a:bodyPr lIns="133350" tIns="133350" rIns="133350" bIns="133350"/>
                    <a:lstStyle/>
                    <a:p>
                      <a:r>
                        <a:rPr sz="1800" b="1">
                          <a:solidFill>
                            <a:srgbClr val="FFFFFF"/>
                          </a:solidFill>
                          <a:latin typeface="DejaVu Sans"/>
                          <a:ea typeface="DejaVu Sans"/>
                          <a:cs typeface="DejaVu Sans"/>
                        </a:rPr>
                        <a:t>Dữ liệu nhập lần lượt</a:t>
                      </a:r>
                    </a:p>
                  </a:txBody>
                  <a:tcPr marL="91440" marR="91440" marT="45720" marB="45720" anchor="ctr">
                    <a:lnL w="9525">
                      <a:solidFill>
                        <a:srgbClr val="D7DDD9"/>
                      </a:solidFill>
                      <a:prstDash val="solid"/>
                    </a:lnL>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Số điểm hợp lệ</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c>
                  <a:txBody>
                    <a:bodyPr lIns="133350" tIns="133350" rIns="133350" bIns="133350"/>
                    <a:lstStyle/>
                    <a:p>
                      <a:r>
                        <a:rPr sz="1800" b="1">
                          <a:solidFill>
                            <a:srgbClr val="FFFFFF"/>
                          </a:solidFill>
                          <a:latin typeface="DejaVu Sans"/>
                          <a:ea typeface="DejaVu Sans"/>
                          <a:cs typeface="DejaVu Sans"/>
                        </a:rPr>
                        <a:t>Kết quả</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52B37"/>
                    </a:solidFill>
                  </a:tcPr>
                </a:tc>
              </a:tr>
              <a:tr h="666750">
                <a:tc>
                  <a:txBody>
                    <a:bodyPr lIns="133350" tIns="133350" rIns="133350" bIns="133350"/>
                    <a:lstStyle/>
                    <a:p>
                      <a:r>
                        <a:rPr sz="2025" b="0">
                          <a:solidFill>
                            <a:srgbClr val="172B39"/>
                          </a:solidFill>
                          <a:latin typeface="DejaVu Sans Mono"/>
                          <a:ea typeface="DejaVu Sans Mono"/>
                          <a:cs typeface="DejaVu Sans Mono"/>
                        </a:rPr>
                        <a:t>8, 6, -1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2</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Trung bình 7.00</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11, 5, -1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1</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Bỏ 11, trung bình 5.00</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0</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Chưa có điểm hợp lệ</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r h="666750">
                <a:tc>
                  <a:txBody>
                    <a:bodyPr lIns="133350" tIns="133350" rIns="133350" bIns="133350"/>
                    <a:lstStyle/>
                    <a:p>
                      <a:r>
                        <a:rPr sz="2025" b="0">
                          <a:solidFill>
                            <a:srgbClr val="172B39"/>
                          </a:solidFill>
                          <a:latin typeface="DejaVu Sans Mono"/>
                          <a:ea typeface="DejaVu Sans Mono"/>
                          <a:cs typeface="DejaVu Sans Mono"/>
                        </a:rPr>
                        <a:t>0, 10, -1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2</a:t>
                      </a:r>
                    </a:p>
                  </a:txBody>
                  <a:tcPr marL="91440" marR="91440" marT="45720" marB="45720" anchor="ctr">
                    <a:lnR w="9525">
                      <a:solidFill>
                        <a:srgbClr val="D7DDD9"/>
                      </a:solidFill>
                      <a:prstDash val="solid"/>
                    </a:lnR>
                    <a:lnB w="9525">
                      <a:solidFill>
                        <a:srgbClr val="D7DDD9"/>
                      </a:solidFill>
                      <a:prstDash val="solid"/>
                    </a:lnB>
                    <a:solidFill>
                      <a:srgbClr val="FAF8F3"/>
                    </a:solidFill>
                  </a:tcPr>
                </a:tc>
                <a:tc>
                  <a:txBody>
                    <a:bodyPr lIns="133350" tIns="133350" rIns="133350" bIns="133350"/>
                    <a:lstStyle/>
                    <a:p>
                      <a:r>
                        <a:rPr sz="2025" b="0">
                          <a:solidFill>
                            <a:srgbClr val="172B39"/>
                          </a:solidFill>
                          <a:latin typeface="DejaVu Sans"/>
                          <a:ea typeface="DejaVu Sans"/>
                          <a:cs typeface="DejaVu Sans"/>
                        </a:rPr>
                        <a:t>Trung bình 5.00</a:t>
                      </a:r>
                    </a:p>
                  </a:txBody>
                  <a:tcPr marL="91440" marR="91440" marT="45720" marB="45720" anchor="ctr">
                    <a:lnR w="9525">
                      <a:solidFill>
                        <a:srgbClr val="D7DDD9"/>
                      </a:solidFill>
                      <a:prstDash val="solid"/>
                    </a:lnR>
                    <a:lnB w="9525">
                      <a:solidFill>
                        <a:srgbClr val="D7DDD9"/>
                      </a:solidFill>
                      <a:prstDash val="solid"/>
                    </a:lnB>
                    <a:solidFill>
                      <a:srgbClr val="FAF8F3"/>
                    </a:solidFill>
                  </a:tcPr>
                </a:tc>
              </a:tr>
            </a:tbl>
          </a:graphicData>
        </a:graphic>
      </p:graphicFrame>
    </p:spTree>
    <p:extLst>
      <p:ext uri="{BB962C8B-B14F-4D97-AF65-F5344CB8AC3E}">
        <p14:creationId xmlns:p14="http://schemas.microsoft.com/office/powerpoint/2010/main" val="586420367"/>
      </p:ext>
    </p:extLst>
  </p:cSld>
</p:sld>
</file>

<file path=ppt/slides/slide24.xml><?xml version="1.0" encoding="utf-8"?>
<p:sld xmlns:p="http://schemas.openxmlformats.org/presentationml/2006/main">
  <p:cSld>
    <p:bg>
      <p:bgPr>
        <a:solidFill xmlns:a="http://schemas.openxmlformats.org/drawingml/2006/main">
          <a:srgbClr val="152B37"/>
        </a:solidFill>
      </p:bgPr>
    </p:bg>
    <p:spTree>
      <p:nvGrpSpPr>
        <p:cNvPr id="1" name=""/>
        <p:cNvGrpSpPr/>
        <p:nvPr/>
      </p:nvGrpSpPr>
      <p:grpSpPr>
        <a:xfrm xmlns:a="http://schemas.openxmlformats.org/drawingml/2006/main"/>
      </p:grpSpPr>
      <p:sp>
        <p:nvSpPr>
          <p:cNvPr id="4" name="text-132">
            <a:extLst xmlns:a="http://schemas.openxmlformats.org/drawingml/2006/main">
              <a:ext uri="{FF2B5EF4-FFF2-40B4-BE49-F238E27FC236}">
                <a16:creationId xmlns:a16="http://schemas.microsoft.com/office/drawing/2014/main" id="{B33BB568-63D5-43EC-A2AF-BE36AFE3905C}"/>
              </a:ext>
            </a:extLst>
          </p:cNvPr>
          <p:cNvSpPr>
            <a:spLocks xmlns:a="http://schemas.openxmlformats.org/drawingml/2006/main" noGrp="1"/>
          </p:cNvSpPr>
          <p:nvPr/>
        </p:nvSpPr>
        <p:spPr>
          <a:xfrm xmlns:a="http://schemas.openxmlformats.org/drawingml/2006/main">
            <a:off x="609600" y="476250"/>
            <a:ext cx="10906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FFFFFF"/>
                </a:solidFill>
                <a:latin typeface="DejaVu Sans"/>
                <a:ea typeface="DejaVu Sans"/>
                <a:cs typeface="DejaVu Sans"/>
              </a:defRPr>
            </a:defPPr>
            <a:lvl1pPr>
              <a:defRPr sz="3450" b="1">
                <a:solidFill>
                  <a:srgbClr val="FFFFFF"/>
                </a:solidFill>
                <a:latin typeface="DejaVu Sans"/>
                <a:ea typeface="DejaVu Sans"/>
                <a:cs typeface="DejaVu Sans"/>
              </a:defRPr>
            </a:lvl1pPr>
            <a:lvl2pPr>
              <a:defRPr sz="3450" b="1">
                <a:solidFill>
                  <a:srgbClr val="FFFFFF"/>
                </a:solidFill>
                <a:latin typeface="DejaVu Sans"/>
                <a:ea typeface="DejaVu Sans"/>
                <a:cs typeface="DejaVu Sans"/>
              </a:defRPr>
            </a:lvl2pPr>
            <a:lvl3pPr>
              <a:defRPr sz="3450" b="1">
                <a:solidFill>
                  <a:srgbClr val="FFFFFF"/>
                </a:solidFill>
                <a:latin typeface="DejaVu Sans"/>
                <a:ea typeface="DejaVu Sans"/>
                <a:cs typeface="DejaVu Sans"/>
              </a:defRPr>
            </a:lvl3pPr>
            <a:lvl4pPr>
              <a:defRPr sz="3450" b="1">
                <a:solidFill>
                  <a:srgbClr val="FFFFFF"/>
                </a:solidFill>
                <a:latin typeface="DejaVu Sans"/>
                <a:ea typeface="DejaVu Sans"/>
                <a:cs typeface="DejaVu Sans"/>
              </a:defRPr>
            </a:lvl4pPr>
            <a:lvl5pPr>
              <a:defRPr sz="3450" b="1">
                <a:solidFill>
                  <a:srgbClr val="FFFFFF"/>
                </a:solidFill>
                <a:latin typeface="DejaVu Sans"/>
                <a:ea typeface="DejaVu Sans"/>
                <a:cs typeface="DejaVu Sans"/>
              </a:defRPr>
            </a:lvl5pPr>
            <a:lvl6pPr>
              <a:defRPr sz="3450" b="1">
                <a:solidFill>
                  <a:srgbClr val="FFFFFF"/>
                </a:solidFill>
                <a:latin typeface="DejaVu Sans"/>
                <a:ea typeface="DejaVu Sans"/>
                <a:cs typeface="DejaVu Sans"/>
              </a:defRPr>
            </a:lvl6pPr>
            <a:lvl7pPr>
              <a:defRPr sz="3450" b="1">
                <a:solidFill>
                  <a:srgbClr val="FFFFFF"/>
                </a:solidFill>
                <a:latin typeface="DejaVu Sans"/>
                <a:ea typeface="DejaVu Sans"/>
                <a:cs typeface="DejaVu Sans"/>
              </a:defRPr>
            </a:lvl7pPr>
            <a:lvl8pPr>
              <a:defRPr sz="3450" b="1">
                <a:solidFill>
                  <a:srgbClr val="FFFFFF"/>
                </a:solidFill>
                <a:latin typeface="DejaVu Sans"/>
                <a:ea typeface="DejaVu Sans"/>
                <a:cs typeface="DejaVu Sans"/>
              </a:defRPr>
            </a:lvl8pPr>
            <a:lvl9pPr>
              <a:defRPr sz="3450" b="1">
                <a:solidFill>
                  <a:srgbClr val="FFFFFF"/>
                </a:solidFill>
                <a:latin typeface="DejaVu Sans"/>
                <a:ea typeface="DejaVu Sans"/>
                <a:cs typeface="DejaVu Sans"/>
              </a:defRPr>
            </a:lvl9pPr>
          </a:lstStyle>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Chốt buổi 2</a:t>
            </a:r>
          </a:p>
        </p:txBody>
      </p:sp>
      <p:sp>
        <p:nvSpPr>
          <p:cNvPr id="2" name="text-133">
            <a:extLst xmlns:a="http://schemas.openxmlformats.org/drawingml/2006/main">
              <a:ext uri="{FF2B5EF4-FFF2-40B4-BE49-F238E27FC236}">
                <a16:creationId xmlns:a16="http://schemas.microsoft.com/office/drawing/2014/main" id="{6EBCC89D-6264-4D19-93CF-A4A4C6B1C976}"/>
              </a:ext>
            </a:extLst>
          </p:cNvPr>
          <p:cNvSpPr>
            <a:spLocks xmlns:a="http://schemas.openxmlformats.org/drawingml/2006/main" noGrp="1"/>
          </p:cNvSpPr>
          <p:nvPr/>
        </p:nvSpPr>
        <p:spPr>
          <a:xfrm xmlns:a="http://schemas.openxmlformats.org/drawingml/2006/main">
            <a:off x="11001375" y="63627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B9CDD4"/>
                </a:solidFill>
                <a:latin typeface="DejaVu Sans"/>
                <a:ea typeface="DejaVu Sans"/>
                <a:cs typeface="DejaVu Sans"/>
              </a:defRPr>
            </a:defPPr>
            <a:lvl1pPr>
              <a:defRPr sz="1275" b="0">
                <a:solidFill>
                  <a:srgbClr val="B9CDD4"/>
                </a:solidFill>
                <a:latin typeface="DejaVu Sans"/>
                <a:ea typeface="DejaVu Sans"/>
                <a:cs typeface="DejaVu Sans"/>
              </a:defRPr>
            </a:lvl1pPr>
            <a:lvl2pPr>
              <a:defRPr sz="1275" b="0">
                <a:solidFill>
                  <a:srgbClr val="B9CDD4"/>
                </a:solidFill>
                <a:latin typeface="DejaVu Sans"/>
                <a:ea typeface="DejaVu Sans"/>
                <a:cs typeface="DejaVu Sans"/>
              </a:defRPr>
            </a:lvl2pPr>
            <a:lvl3pPr>
              <a:defRPr sz="1275" b="0">
                <a:solidFill>
                  <a:srgbClr val="B9CDD4"/>
                </a:solidFill>
                <a:latin typeface="DejaVu Sans"/>
                <a:ea typeface="DejaVu Sans"/>
                <a:cs typeface="DejaVu Sans"/>
              </a:defRPr>
            </a:lvl3pPr>
            <a:lvl4pPr>
              <a:defRPr sz="1275" b="0">
                <a:solidFill>
                  <a:srgbClr val="B9CDD4"/>
                </a:solidFill>
                <a:latin typeface="DejaVu Sans"/>
                <a:ea typeface="DejaVu Sans"/>
                <a:cs typeface="DejaVu Sans"/>
              </a:defRPr>
            </a:lvl4pPr>
            <a:lvl5pPr>
              <a:defRPr sz="1275" b="0">
                <a:solidFill>
                  <a:srgbClr val="B9CDD4"/>
                </a:solidFill>
                <a:latin typeface="DejaVu Sans"/>
                <a:ea typeface="DejaVu Sans"/>
                <a:cs typeface="DejaVu Sans"/>
              </a:defRPr>
            </a:lvl5pPr>
            <a:lvl6pPr>
              <a:defRPr sz="1275" b="0">
                <a:solidFill>
                  <a:srgbClr val="B9CDD4"/>
                </a:solidFill>
                <a:latin typeface="DejaVu Sans"/>
                <a:ea typeface="DejaVu Sans"/>
                <a:cs typeface="DejaVu Sans"/>
              </a:defRPr>
            </a:lvl6pPr>
            <a:lvl7pPr>
              <a:defRPr sz="1275" b="0">
                <a:solidFill>
                  <a:srgbClr val="B9CDD4"/>
                </a:solidFill>
                <a:latin typeface="DejaVu Sans"/>
                <a:ea typeface="DejaVu Sans"/>
                <a:cs typeface="DejaVu Sans"/>
              </a:defRPr>
            </a:lvl7pPr>
            <a:lvl8pPr>
              <a:defRPr sz="1275" b="0">
                <a:solidFill>
                  <a:srgbClr val="B9CDD4"/>
                </a:solidFill>
                <a:latin typeface="DejaVu Sans"/>
                <a:ea typeface="DejaVu Sans"/>
                <a:cs typeface="DejaVu Sans"/>
              </a:defRPr>
            </a:lvl8pPr>
            <a:lvl9pPr>
              <a:defRPr sz="1275" b="0">
                <a:solidFill>
                  <a:srgbClr val="B9CDD4"/>
                </a:solidFill>
                <a:latin typeface="DejaVu Sans"/>
                <a:ea typeface="DejaVu Sans"/>
                <a:cs typeface="DejaVu Sans"/>
              </a:defRPr>
            </a:lvl9pPr>
          </a:lstStyle>
          <a:p xmlns:a="http://schemas.openxmlformats.org/drawingml/2006/main">
            <a:pPr>
              <a:defRPr sz="1275" b="0">
                <a:solidFill>
                  <a:srgbClr val="B9CDD4"/>
                </a:solidFill>
                <a:latin typeface="DejaVu Sans"/>
                <a:ea typeface="DejaVu Sans"/>
                <a:cs typeface="DejaVu Sans"/>
              </a:defRPr>
            </a:pPr>
            <a:r>
              <a:rPr sz="1275" b="0">
                <a:solidFill>
                  <a:srgbClr val="B9CDD4"/>
                </a:solidFill>
                <a:latin typeface="DejaVu Sans"/>
                <a:ea typeface="DejaVu Sans"/>
                <a:cs typeface="DejaVu Sans"/>
              </a:rPr>
              <a:t>24</a:t>
            </a:r>
          </a:p>
        </p:txBody>
      </p:sp>
      <p:sp>
        <p:nvSpPr>
          <p:cNvPr id="3" name="text-134">
            <a:extLst xmlns:a="http://schemas.openxmlformats.org/drawingml/2006/main">
              <a:ext uri="{FF2B5EF4-FFF2-40B4-BE49-F238E27FC236}">
                <a16:creationId xmlns:a16="http://schemas.microsoft.com/office/drawing/2014/main" id="{523B08B5-9892-4FD6-B4DF-3A25190633D0}"/>
              </a:ext>
            </a:extLst>
          </p:cNvPr>
          <p:cNvSpPr>
            <a:spLocks xmlns:a="http://schemas.openxmlformats.org/drawingml/2006/main" noGrp="1"/>
          </p:cNvSpPr>
          <p:nvPr/>
        </p:nvSpPr>
        <p:spPr>
          <a:xfrm xmlns:a="http://schemas.openxmlformats.org/drawingml/2006/main">
            <a:off x="647700" y="1952625"/>
            <a:ext cx="10668000" cy="381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0">
                <a:solidFill>
                  <a:srgbClr val="FFFFFF"/>
                </a:solidFill>
                <a:latin typeface="DejaVu Sans"/>
                <a:ea typeface="DejaVu Sans"/>
                <a:cs typeface="DejaVu Sans"/>
              </a:defRPr>
            </a:defPPr>
            <a:lvl1pPr>
              <a:defRPr sz="2700" b="0">
                <a:solidFill>
                  <a:srgbClr val="FFFFFF"/>
                </a:solidFill>
                <a:latin typeface="DejaVu Sans"/>
                <a:ea typeface="DejaVu Sans"/>
                <a:cs typeface="DejaVu Sans"/>
              </a:defRPr>
            </a:lvl1pPr>
            <a:lvl2pPr>
              <a:defRPr sz="2700" b="0">
                <a:solidFill>
                  <a:srgbClr val="FFFFFF"/>
                </a:solidFill>
                <a:latin typeface="DejaVu Sans"/>
                <a:ea typeface="DejaVu Sans"/>
                <a:cs typeface="DejaVu Sans"/>
              </a:defRPr>
            </a:lvl2pPr>
            <a:lvl3pPr>
              <a:defRPr sz="2700" b="0">
                <a:solidFill>
                  <a:srgbClr val="FFFFFF"/>
                </a:solidFill>
                <a:latin typeface="DejaVu Sans"/>
                <a:ea typeface="DejaVu Sans"/>
                <a:cs typeface="DejaVu Sans"/>
              </a:defRPr>
            </a:lvl3pPr>
            <a:lvl4pPr>
              <a:defRPr sz="2700" b="0">
                <a:solidFill>
                  <a:srgbClr val="FFFFFF"/>
                </a:solidFill>
                <a:latin typeface="DejaVu Sans"/>
                <a:ea typeface="DejaVu Sans"/>
                <a:cs typeface="DejaVu Sans"/>
              </a:defRPr>
            </a:lvl4pPr>
            <a:lvl5pPr>
              <a:defRPr sz="2700" b="0">
                <a:solidFill>
                  <a:srgbClr val="FFFFFF"/>
                </a:solidFill>
                <a:latin typeface="DejaVu Sans"/>
                <a:ea typeface="DejaVu Sans"/>
                <a:cs typeface="DejaVu Sans"/>
              </a:defRPr>
            </a:lvl5pPr>
            <a:lvl6pPr>
              <a:defRPr sz="2700" b="0">
                <a:solidFill>
                  <a:srgbClr val="FFFFFF"/>
                </a:solidFill>
                <a:latin typeface="DejaVu Sans"/>
                <a:ea typeface="DejaVu Sans"/>
                <a:cs typeface="DejaVu Sans"/>
              </a:defRPr>
            </a:lvl6pPr>
            <a:lvl7pPr>
              <a:defRPr sz="2700" b="0">
                <a:solidFill>
                  <a:srgbClr val="FFFFFF"/>
                </a:solidFill>
                <a:latin typeface="DejaVu Sans"/>
                <a:ea typeface="DejaVu Sans"/>
                <a:cs typeface="DejaVu Sans"/>
              </a:defRPr>
            </a:lvl7pPr>
            <a:lvl8pPr>
              <a:defRPr sz="2700" b="0">
                <a:solidFill>
                  <a:srgbClr val="FFFFFF"/>
                </a:solidFill>
                <a:latin typeface="DejaVu Sans"/>
                <a:ea typeface="DejaVu Sans"/>
                <a:cs typeface="DejaVu Sans"/>
              </a:defRPr>
            </a:lvl8pPr>
            <a:lvl9pPr>
              <a:defRPr sz="2700" b="0">
                <a:solidFill>
                  <a:srgbClr val="FFFFFF"/>
                </a:solidFill>
                <a:latin typeface="DejaVu Sans"/>
                <a:ea typeface="DejaVu Sans"/>
                <a:cs typeface="DejaVu Sans"/>
              </a:defRPr>
            </a:lvl9pPr>
          </a:lstStyle>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if / elif / else chọn nhánh</a:t>
            </a:r>
          </a:p>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range bỏ mốc stop</a:t>
            </a:r>
          </a:p>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while cần đường đi tới lúc dừng</a:t>
            </a:r>
          </a:p>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break thoát vòng lặp</a:t>
            </a:r>
          </a:p>
          <a:p xmlns:a="http://schemas.openxmlformats.org/drawingml/2006/main">
            <a:pPr>
              <a:defRPr sz="2700" b="0">
                <a:solidFill>
                  <a:srgbClr val="FFFFFF"/>
                </a:solidFill>
                <a:latin typeface="DejaVu Sans"/>
                <a:ea typeface="DejaVu Sans"/>
                <a:cs typeface="DejaVu Sans"/>
              </a:defRPr>
            </a:pPr>
            <a:r>
              <a:rPr sz="2700" b="0">
                <a:solidFill>
                  <a:srgbClr val="FFFFFF"/>
                </a:solidFill>
                <a:latin typeface="DejaVu Sans"/>
                <a:ea typeface="DejaVu Sans"/>
                <a:cs typeface="DejaVu Sans"/>
              </a:rPr>
              <a:t>continue sang lượt kế tiếp</a:t>
            </a:r>
          </a:p>
        </p:txBody>
      </p:sp>
    </p:spTree>
    <p:extLst>
      <p:ext uri="{BB962C8B-B14F-4D97-AF65-F5344CB8AC3E}">
        <p14:creationId xmlns:p14="http://schemas.microsoft.com/office/powerpoint/2010/main" val="15083050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2026-10-25T17:03:30.8450000Z</dcterms:created>
  <dcterms:modified xsi:type="dcterms:W3CDTF">2026-10-25T17:03:30.8450000Z</dcterms:modified>
</coreProperties>
</file>